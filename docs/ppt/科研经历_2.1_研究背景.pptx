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二、科研经历—考虑热故障及源荷失衡的极热天气电网失电风险评估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76656"/>
            <a:ext cx="12191695" cy="0"/>
          </a:xfrm>
          <a:prstGeom prst="bentConnector3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0040" y="7315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2.1  研究背景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25296"/>
            <a:ext cx="11183112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10835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近年来，全球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极端高温、静风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等复合气象事件频发。2022 年夏季四川持续极端高温，日最大电力缺口约 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1700 万千瓦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；2021 年美国得州极端天气引发大停电，逾 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330 万用户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失去正常供电。</a:t>
            </a:r>
          </a:p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极热天气通过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源侧降容、荷侧激增与元件热故障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等多条路径，持续压缩电网安全裕度。</a:t>
            </a:r>
          </a:p>
        </p:txBody>
      </p:sp>
      <p:pic>
        <p:nvPicPr>
          <p:cNvPr id="7" name="Picture 6" descr="研究背景_源荷失衡与热故障耦合机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7" y="2487168"/>
            <a:ext cx="10222497" cy="3127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96128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图 2-1  极热天气下源荷失衡与热故障耦合致失电风险机理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888736"/>
            <a:ext cx="1033272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5943600"/>
            <a:ext cx="9966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极热天气下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源荷失衡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元件热故障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相互耦合、彼此放大；准确评估二者耦合下的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电网失电风险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，是极端气象下保障可靠供电与制定韧性提升策略的前提。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