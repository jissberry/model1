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3"/>
    <p:sldMasterId id="2147483671" r:id="rId4"/>
    <p:sldMasterId id="2147483681" r:id="rId5"/>
  </p:sldMasterIdLst>
  <p:notesMasterIdLst>
    <p:notesMasterId r:id="rId7"/>
  </p:notesMasterIdLst>
  <p:handoutMasterIdLst>
    <p:handoutMasterId r:id="rId15"/>
  </p:handoutMasterIdLst>
  <p:sldIdLst>
    <p:sldId id="767" r:id="rId6"/>
    <p:sldId id="783" r:id="rId8"/>
    <p:sldId id="771" r:id="rId9"/>
    <p:sldId id="854" r:id="rId10"/>
    <p:sldId id="808" r:id="rId11"/>
    <p:sldId id="861" r:id="rId12"/>
    <p:sldId id="860" r:id="rId13"/>
    <p:sldId id="77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汤 智凯" initials="汤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97D"/>
    <a:srgbClr val="376092"/>
    <a:srgbClr val="2F4F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89" autoAdjust="0"/>
  </p:normalViewPr>
  <p:slideViewPr>
    <p:cSldViewPr snapToGrid="0">
      <p:cViewPr varScale="1">
        <p:scale>
          <a:sx n="76" d="100"/>
          <a:sy n="76" d="100"/>
        </p:scale>
        <p:origin x="35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B1F39B-A7D0-4352-91F2-7F1684BF61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1C6B1-9930-4312-92B8-168777BB2A1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D64CC1-45B4-45D2-8F81-996873B4FF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759A4C-68ED-4E62-98B5-77B64756E14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098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409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9759A4C-68ED-4E62-98B5-77B64756E1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59A4C-68ED-4E62-98B5-77B64756E14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F775A4-DBCA-43D6-BDA5-B5DAC751E2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759A4C-68ED-4E62-98B5-77B64756E14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9759A4C-68ED-4E62-98B5-77B64756E1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9759A4C-68ED-4E62-98B5-77B64756E1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11824" y="332656"/>
            <a:ext cx="5904656" cy="504056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11824" y="332656"/>
            <a:ext cx="5904656" cy="504056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4511824" y="332656"/>
            <a:ext cx="5904656" cy="504056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11824" y="332656"/>
            <a:ext cx="5904656" cy="504056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2BBC-1C3A-4FB4-B469-39CAE4BFAE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095A-155F-4828-88E3-4DF16DB392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2BBC-1C3A-4FB4-B469-39CAE4BFAE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095A-155F-4828-88E3-4DF16DB392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5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2BBC-1C3A-4FB4-B469-39CAE4BFAE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095A-155F-4828-88E3-4DF16DB392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153"/>
            <a:ext cx="5384800" cy="3394075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00153"/>
            <a:ext cx="5384800" cy="3394075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2BBC-1C3A-4FB4-B469-39CAE4BFAE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095A-155F-4828-88E3-4DF16DB392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8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8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2BBC-1C3A-4FB4-B469-39CAE4BFAE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095A-155F-4828-88E3-4DF16DB392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11029244" y="1"/>
            <a:ext cx="677333" cy="911575"/>
          </a:xfrm>
          <a:prstGeom prst="rect">
            <a:avLst/>
          </a:prstGeom>
          <a:gradFill flip="none" rotWithShape="1">
            <a:gsLst>
              <a:gs pos="0">
                <a:srgbClr val="335485">
                  <a:shade val="30000"/>
                  <a:satMod val="115000"/>
                </a:srgbClr>
              </a:gs>
              <a:gs pos="50000">
                <a:srgbClr val="335485">
                  <a:shade val="67500"/>
                  <a:satMod val="115000"/>
                </a:srgbClr>
              </a:gs>
              <a:gs pos="100000">
                <a:srgbClr val="33548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911575"/>
            <a:ext cx="12192000" cy="0"/>
          </a:xfrm>
          <a:prstGeom prst="line">
            <a:avLst/>
          </a:prstGeom>
          <a:ln>
            <a:solidFill>
              <a:srgbClr val="375D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5"/>
          <p:cNvSpPr/>
          <p:nvPr userDrawn="1"/>
        </p:nvSpPr>
        <p:spPr bwMode="auto">
          <a:xfrm rot="5400000">
            <a:off x="300398" y="215822"/>
            <a:ext cx="360445" cy="370081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4800"/>
          </a:p>
        </p:txBody>
      </p:sp>
      <p:sp>
        <p:nvSpPr>
          <p:cNvPr id="9" name="Freeform 5"/>
          <p:cNvSpPr/>
          <p:nvPr userDrawn="1"/>
        </p:nvSpPr>
        <p:spPr bwMode="auto">
          <a:xfrm rot="5400000">
            <a:off x="555456" y="364089"/>
            <a:ext cx="360445" cy="370081"/>
          </a:xfrm>
          <a:prstGeom prst="ellipse">
            <a:avLst/>
          </a:prstGeom>
          <a:gradFill>
            <a:gsLst>
              <a:gs pos="0">
                <a:srgbClr val="335485"/>
              </a:gs>
              <a:gs pos="100000">
                <a:srgbClr val="183052"/>
              </a:gs>
            </a:gsLst>
            <a:lin ang="8100000" scaled="0"/>
          </a:gradFill>
          <a:ln w="28575">
            <a:gradFill>
              <a:gsLst>
                <a:gs pos="0">
                  <a:srgbClr val="183052"/>
                </a:gs>
                <a:gs pos="100000">
                  <a:srgbClr val="335485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4800"/>
          </a:p>
        </p:txBody>
      </p:sp>
      <p:sp>
        <p:nvSpPr>
          <p:cNvPr id="10" name="Freeform 5"/>
          <p:cNvSpPr/>
          <p:nvPr userDrawn="1"/>
        </p:nvSpPr>
        <p:spPr bwMode="auto">
          <a:xfrm rot="5400000">
            <a:off x="2416744" y="6165863"/>
            <a:ext cx="284144" cy="291739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4800"/>
          </a:p>
        </p:txBody>
      </p:sp>
      <p:sp>
        <p:nvSpPr>
          <p:cNvPr id="11" name="Freeform 5"/>
          <p:cNvSpPr/>
          <p:nvPr userDrawn="1"/>
        </p:nvSpPr>
        <p:spPr bwMode="auto">
          <a:xfrm rot="5400000">
            <a:off x="4233233" y="6119423"/>
            <a:ext cx="284144" cy="291739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4800"/>
          </a:p>
        </p:txBody>
      </p:sp>
      <p:sp>
        <p:nvSpPr>
          <p:cNvPr id="12" name="Freeform 5"/>
          <p:cNvSpPr/>
          <p:nvPr userDrawn="1"/>
        </p:nvSpPr>
        <p:spPr bwMode="auto">
          <a:xfrm rot="5400000">
            <a:off x="8411771" y="6409435"/>
            <a:ext cx="284144" cy="291739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4800"/>
          </a:p>
        </p:txBody>
      </p:sp>
      <p:sp>
        <p:nvSpPr>
          <p:cNvPr id="13" name="Freeform 5"/>
          <p:cNvSpPr/>
          <p:nvPr userDrawn="1"/>
        </p:nvSpPr>
        <p:spPr bwMode="auto">
          <a:xfrm rot="5400000">
            <a:off x="1002372" y="6408148"/>
            <a:ext cx="284144" cy="291739"/>
          </a:xfrm>
          <a:prstGeom prst="ellipse">
            <a:avLst/>
          </a:prstGeom>
          <a:gradFill>
            <a:gsLst>
              <a:gs pos="0">
                <a:srgbClr val="335485"/>
              </a:gs>
              <a:gs pos="100000">
                <a:srgbClr val="183052"/>
              </a:gs>
            </a:gsLst>
            <a:lin ang="8100000" scaled="0"/>
          </a:gradFill>
          <a:ln w="28575">
            <a:gradFill>
              <a:gsLst>
                <a:gs pos="0">
                  <a:srgbClr val="183052"/>
                </a:gs>
                <a:gs pos="100000">
                  <a:srgbClr val="335485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4800"/>
          </a:p>
        </p:txBody>
      </p:sp>
      <p:sp>
        <p:nvSpPr>
          <p:cNvPr id="14" name="Freeform 5"/>
          <p:cNvSpPr/>
          <p:nvPr userDrawn="1"/>
        </p:nvSpPr>
        <p:spPr bwMode="auto">
          <a:xfrm rot="5400000">
            <a:off x="6358493" y="6317096"/>
            <a:ext cx="284144" cy="291739"/>
          </a:xfrm>
          <a:prstGeom prst="ellipse">
            <a:avLst/>
          </a:prstGeom>
          <a:gradFill>
            <a:gsLst>
              <a:gs pos="0">
                <a:srgbClr val="335485"/>
              </a:gs>
              <a:gs pos="100000">
                <a:srgbClr val="183052"/>
              </a:gs>
            </a:gsLst>
            <a:lin ang="8100000" scaled="0"/>
          </a:gradFill>
          <a:ln w="28575">
            <a:gradFill>
              <a:gsLst>
                <a:gs pos="0">
                  <a:srgbClr val="183052"/>
                </a:gs>
                <a:gs pos="100000">
                  <a:srgbClr val="335485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4800"/>
          </a:p>
        </p:txBody>
      </p:sp>
      <p:sp>
        <p:nvSpPr>
          <p:cNvPr id="15" name="Freeform 5"/>
          <p:cNvSpPr/>
          <p:nvPr userDrawn="1"/>
        </p:nvSpPr>
        <p:spPr bwMode="auto">
          <a:xfrm rot="5400000">
            <a:off x="11225836" y="6209515"/>
            <a:ext cx="284147" cy="291741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4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13" y="273049"/>
            <a:ext cx="4011084" cy="1162051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4265"/>
            </a:lvl1pPr>
            <a:lvl2pPr>
              <a:defRPr sz="3735"/>
            </a:lvl2pPr>
            <a:lvl3pPr>
              <a:defRPr sz="3200"/>
            </a:lvl3pPr>
            <a:lvl4pPr>
              <a:defRPr sz="2665"/>
            </a:lvl4pPr>
            <a:lvl5pPr>
              <a:defRPr sz="26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13" y="1435104"/>
            <a:ext cx="4011084" cy="46910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2BBC-1C3A-4FB4-B469-39CAE4BFAE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095A-155F-4828-88E3-4DF16DB392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43"/>
            <a:ext cx="7315200" cy="8048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2BBC-1C3A-4FB4-B469-39CAE4BFAE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095A-155F-4828-88E3-4DF16DB392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2BBC-1C3A-4FB4-B469-39CAE4BFAE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095A-155F-4828-88E3-4DF16DB392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06377"/>
            <a:ext cx="2743200" cy="438785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06377"/>
            <a:ext cx="8026400" cy="43878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2BBC-1C3A-4FB4-B469-39CAE4BFAE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2095A-155F-4828-88E3-4DF16DB392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C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5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>
        <p:blinds dir="vert"/>
      </p:transition>
    </mc:Choice>
    <mc:Fallback>
      <p:transition spd="slow" advTm="0">
        <p:blinds dir="vert"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11824" y="332656"/>
            <a:ext cx="5904656" cy="504056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11824" y="332656"/>
            <a:ext cx="5904656" cy="504056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4511824" y="332656"/>
            <a:ext cx="5904656" cy="504056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11824" y="332656"/>
            <a:ext cx="5904656" cy="504056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11824" y="332656"/>
            <a:ext cx="5904656" cy="504056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11824" y="332656"/>
            <a:ext cx="5904656" cy="504056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4511824" y="332656"/>
            <a:ext cx="5904656" cy="504056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511824" y="332656"/>
            <a:ext cx="5904656" cy="504056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81701DE-8222-4BEC-938F-38362F92209F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0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.xml"/><Relationship Id="rId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0" Type="http://schemas.openxmlformats.org/officeDocument/2006/relationships/theme" Target="../theme/theme4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909638"/>
            <a:ext cx="12192000" cy="4603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10953750" y="0"/>
            <a:ext cx="674158" cy="909638"/>
          </a:xfrm>
          <a:prstGeom prst="rect">
            <a:avLst/>
          </a:prstGeom>
          <a:gradFill flip="none" rotWithShape="1">
            <a:gsLst>
              <a:gs pos="0">
                <a:srgbClr val="335485">
                  <a:shade val="30000"/>
                  <a:satMod val="115000"/>
                </a:srgbClr>
              </a:gs>
              <a:gs pos="50000">
                <a:srgbClr val="335485">
                  <a:shade val="67500"/>
                  <a:satMod val="115000"/>
                </a:srgbClr>
              </a:gs>
              <a:gs pos="100000">
                <a:srgbClr val="33548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 5"/>
          <p:cNvSpPr/>
          <p:nvPr userDrawn="1"/>
        </p:nvSpPr>
        <p:spPr bwMode="auto">
          <a:xfrm rot="5400000">
            <a:off x="330073" y="304741"/>
            <a:ext cx="270334" cy="277561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  <p:sp>
        <p:nvSpPr>
          <p:cNvPr id="13" name="Freeform 5"/>
          <p:cNvSpPr/>
          <p:nvPr userDrawn="1"/>
        </p:nvSpPr>
        <p:spPr bwMode="auto">
          <a:xfrm rot="5400000">
            <a:off x="521367" y="415941"/>
            <a:ext cx="270334" cy="277561"/>
          </a:xfrm>
          <a:prstGeom prst="ellipse">
            <a:avLst/>
          </a:prstGeom>
          <a:gradFill>
            <a:gsLst>
              <a:gs pos="0">
                <a:srgbClr val="335485"/>
              </a:gs>
              <a:gs pos="100000">
                <a:srgbClr val="183052"/>
              </a:gs>
            </a:gsLst>
            <a:lin ang="8100000" scaled="0"/>
          </a:gradFill>
          <a:ln w="28575">
            <a:gradFill>
              <a:gsLst>
                <a:gs pos="0">
                  <a:srgbClr val="183052"/>
                </a:gs>
                <a:gs pos="100000">
                  <a:srgbClr val="335485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  <p:sp>
        <p:nvSpPr>
          <p:cNvPr id="14" name="Freeform 5"/>
          <p:cNvSpPr/>
          <p:nvPr userDrawn="1"/>
        </p:nvSpPr>
        <p:spPr bwMode="auto">
          <a:xfrm rot="5400000">
            <a:off x="2834238" y="6118726"/>
            <a:ext cx="213108" cy="218804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  <p:sp>
        <p:nvSpPr>
          <p:cNvPr id="15" name="Freeform 5"/>
          <p:cNvSpPr/>
          <p:nvPr userDrawn="1"/>
        </p:nvSpPr>
        <p:spPr bwMode="auto">
          <a:xfrm rot="5400000">
            <a:off x="5054227" y="6169298"/>
            <a:ext cx="213108" cy="218804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  <p:sp>
        <p:nvSpPr>
          <p:cNvPr id="16" name="Freeform 5"/>
          <p:cNvSpPr/>
          <p:nvPr userDrawn="1"/>
        </p:nvSpPr>
        <p:spPr bwMode="auto">
          <a:xfrm rot="5400000">
            <a:off x="9352855" y="6389468"/>
            <a:ext cx="213108" cy="218804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  <p:sp>
        <p:nvSpPr>
          <p:cNvPr id="17" name="Freeform 5"/>
          <p:cNvSpPr/>
          <p:nvPr userDrawn="1"/>
        </p:nvSpPr>
        <p:spPr bwMode="auto">
          <a:xfrm rot="5400000">
            <a:off x="875604" y="6396786"/>
            <a:ext cx="213108" cy="218804"/>
          </a:xfrm>
          <a:prstGeom prst="ellipse">
            <a:avLst/>
          </a:prstGeom>
          <a:gradFill>
            <a:gsLst>
              <a:gs pos="0">
                <a:srgbClr val="335485"/>
              </a:gs>
              <a:gs pos="100000">
                <a:srgbClr val="183052"/>
              </a:gs>
            </a:gsLst>
            <a:lin ang="8100000" scaled="0"/>
          </a:gradFill>
          <a:ln w="28575">
            <a:gradFill>
              <a:gsLst>
                <a:gs pos="0">
                  <a:srgbClr val="183052"/>
                </a:gs>
                <a:gs pos="100000">
                  <a:srgbClr val="335485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  <p:sp>
        <p:nvSpPr>
          <p:cNvPr id="18" name="Freeform 5"/>
          <p:cNvSpPr/>
          <p:nvPr userDrawn="1"/>
        </p:nvSpPr>
        <p:spPr bwMode="auto">
          <a:xfrm rot="5400000">
            <a:off x="7493020" y="6382406"/>
            <a:ext cx="213108" cy="218804"/>
          </a:xfrm>
          <a:prstGeom prst="ellipse">
            <a:avLst/>
          </a:prstGeom>
          <a:gradFill>
            <a:gsLst>
              <a:gs pos="0">
                <a:srgbClr val="335485"/>
              </a:gs>
              <a:gs pos="100000">
                <a:srgbClr val="183052"/>
              </a:gs>
            </a:gsLst>
            <a:lin ang="8100000" scaled="0"/>
          </a:gradFill>
          <a:ln w="28575">
            <a:gradFill>
              <a:gsLst>
                <a:gs pos="0">
                  <a:srgbClr val="183052"/>
                </a:gs>
                <a:gs pos="100000">
                  <a:srgbClr val="335485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  <p:sp>
        <p:nvSpPr>
          <p:cNvPr id="19" name="Freeform 5"/>
          <p:cNvSpPr/>
          <p:nvPr userDrawn="1"/>
        </p:nvSpPr>
        <p:spPr bwMode="auto">
          <a:xfrm rot="5400000">
            <a:off x="11212689" y="6290230"/>
            <a:ext cx="213110" cy="218806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F42BBC-1C3A-4FB4-B469-39CAE4BFAE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42095A-155F-4828-88E3-4DF16DB3926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mc:AlternateContent xmlns:mc="http://schemas.openxmlformats.org/markup-compatibility/2006">
    <mc:Choice xmlns:p14="http://schemas.microsoft.com/office/powerpoint/2010/main" Requires="p14">
      <p:transition spd="slow" p14:dur="1500">
        <p:blinds dir="vert"/>
      </p:transition>
    </mc:Choice>
    <mc:Fallback>
      <p:transition spd="slow">
        <p:blinds dir="vert"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909638"/>
            <a:ext cx="12192000" cy="4603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10953750" y="0"/>
            <a:ext cx="674158" cy="909638"/>
          </a:xfrm>
          <a:prstGeom prst="rect">
            <a:avLst/>
          </a:prstGeom>
          <a:gradFill flip="none" rotWithShape="1">
            <a:gsLst>
              <a:gs pos="0">
                <a:srgbClr val="335485">
                  <a:shade val="30000"/>
                  <a:satMod val="115000"/>
                </a:srgbClr>
              </a:gs>
              <a:gs pos="50000">
                <a:srgbClr val="335485">
                  <a:shade val="67500"/>
                  <a:satMod val="115000"/>
                </a:srgbClr>
              </a:gs>
              <a:gs pos="100000">
                <a:srgbClr val="33548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 5"/>
          <p:cNvSpPr/>
          <p:nvPr userDrawn="1"/>
        </p:nvSpPr>
        <p:spPr bwMode="auto">
          <a:xfrm rot="5400000">
            <a:off x="330073" y="304741"/>
            <a:ext cx="270334" cy="277561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  <p:sp>
        <p:nvSpPr>
          <p:cNvPr id="13" name="Freeform 5"/>
          <p:cNvSpPr/>
          <p:nvPr userDrawn="1"/>
        </p:nvSpPr>
        <p:spPr bwMode="auto">
          <a:xfrm rot="5400000">
            <a:off x="521367" y="415941"/>
            <a:ext cx="270334" cy="277561"/>
          </a:xfrm>
          <a:prstGeom prst="ellipse">
            <a:avLst/>
          </a:prstGeom>
          <a:gradFill>
            <a:gsLst>
              <a:gs pos="0">
                <a:srgbClr val="335485"/>
              </a:gs>
              <a:gs pos="100000">
                <a:srgbClr val="183052"/>
              </a:gs>
            </a:gsLst>
            <a:lin ang="8100000" scaled="0"/>
          </a:gradFill>
          <a:ln w="28575">
            <a:gradFill>
              <a:gsLst>
                <a:gs pos="0">
                  <a:srgbClr val="183052"/>
                </a:gs>
                <a:gs pos="100000">
                  <a:srgbClr val="335485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909638"/>
            <a:ext cx="12192000" cy="4603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10953750" y="0"/>
            <a:ext cx="674158" cy="909638"/>
          </a:xfrm>
          <a:prstGeom prst="rect">
            <a:avLst/>
          </a:prstGeom>
          <a:gradFill flip="none" rotWithShape="1">
            <a:gsLst>
              <a:gs pos="0">
                <a:srgbClr val="335485">
                  <a:shade val="30000"/>
                  <a:satMod val="115000"/>
                </a:srgbClr>
              </a:gs>
              <a:gs pos="50000">
                <a:srgbClr val="335485">
                  <a:shade val="67500"/>
                  <a:satMod val="115000"/>
                </a:srgbClr>
              </a:gs>
              <a:gs pos="100000">
                <a:srgbClr val="335485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 5"/>
          <p:cNvSpPr/>
          <p:nvPr userDrawn="1"/>
        </p:nvSpPr>
        <p:spPr bwMode="auto">
          <a:xfrm rot="5400000">
            <a:off x="330073" y="304741"/>
            <a:ext cx="270334" cy="277561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  <p:sp>
        <p:nvSpPr>
          <p:cNvPr id="13" name="Freeform 5"/>
          <p:cNvSpPr/>
          <p:nvPr userDrawn="1"/>
        </p:nvSpPr>
        <p:spPr bwMode="auto">
          <a:xfrm rot="5400000">
            <a:off x="521367" y="415941"/>
            <a:ext cx="270334" cy="277561"/>
          </a:xfrm>
          <a:prstGeom prst="ellipse">
            <a:avLst/>
          </a:prstGeom>
          <a:gradFill>
            <a:gsLst>
              <a:gs pos="0">
                <a:srgbClr val="335485"/>
              </a:gs>
              <a:gs pos="100000">
                <a:srgbClr val="183052"/>
              </a:gs>
            </a:gsLst>
            <a:lin ang="8100000" scaled="0"/>
          </a:gradFill>
          <a:ln w="28575">
            <a:gradFill>
              <a:gsLst>
                <a:gs pos="0">
                  <a:srgbClr val="183052"/>
                </a:gs>
                <a:gs pos="100000">
                  <a:srgbClr val="335485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  <p:sp>
        <p:nvSpPr>
          <p:cNvPr id="15" name="Freeform 5"/>
          <p:cNvSpPr/>
          <p:nvPr userDrawn="1"/>
        </p:nvSpPr>
        <p:spPr bwMode="auto">
          <a:xfrm rot="5400000">
            <a:off x="5054227" y="6169298"/>
            <a:ext cx="213108" cy="218804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  <p:sp>
        <p:nvSpPr>
          <p:cNvPr id="16" name="Freeform 5"/>
          <p:cNvSpPr/>
          <p:nvPr userDrawn="1"/>
        </p:nvSpPr>
        <p:spPr bwMode="auto">
          <a:xfrm rot="5400000">
            <a:off x="9352855" y="6389468"/>
            <a:ext cx="213108" cy="218804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  <p:sp>
        <p:nvSpPr>
          <p:cNvPr id="18" name="Freeform 5"/>
          <p:cNvSpPr/>
          <p:nvPr userDrawn="1"/>
        </p:nvSpPr>
        <p:spPr bwMode="auto">
          <a:xfrm rot="5400000">
            <a:off x="7493020" y="6382406"/>
            <a:ext cx="213108" cy="218804"/>
          </a:xfrm>
          <a:prstGeom prst="ellipse">
            <a:avLst/>
          </a:prstGeom>
          <a:gradFill>
            <a:gsLst>
              <a:gs pos="0">
                <a:srgbClr val="335485"/>
              </a:gs>
              <a:gs pos="100000">
                <a:srgbClr val="183052"/>
              </a:gs>
            </a:gsLst>
            <a:lin ang="8100000" scaled="0"/>
          </a:gradFill>
          <a:ln w="28575">
            <a:gradFill>
              <a:gsLst>
                <a:gs pos="0">
                  <a:srgbClr val="183052"/>
                </a:gs>
                <a:gs pos="100000">
                  <a:srgbClr val="335485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  <p:sp>
        <p:nvSpPr>
          <p:cNvPr id="19" name="Freeform 5"/>
          <p:cNvSpPr/>
          <p:nvPr userDrawn="1"/>
        </p:nvSpPr>
        <p:spPr bwMode="auto">
          <a:xfrm rot="5400000">
            <a:off x="11212689" y="6290230"/>
            <a:ext cx="213110" cy="218806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3D3D3"/>
              </a:gs>
            </a:gsLst>
            <a:lin ang="8100000" scaled="0"/>
          </a:gradFill>
          <a:ln w="28575">
            <a:gradFill>
              <a:gsLst>
                <a:gs pos="0">
                  <a:srgbClr val="ADADAD"/>
                </a:gs>
                <a:gs pos="100000">
                  <a:schemeClr val="bg1"/>
                </a:gs>
              </a:gsLst>
              <a:lin ang="8100000" scaled="0"/>
            </a:gradFill>
          </a:ln>
          <a:effectLst>
            <a:outerShdw blurRad="203200" dist="177800" dir="2700000" sx="97000" sy="97000" algn="tl" rotWithShape="0">
              <a:prstClr val="black">
                <a:alpha val="31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3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3555" y="4432935"/>
            <a:ext cx="610489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姓名：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           </a:t>
            </a:r>
            <a:r>
              <a:rPr kumimoji="0" lang="zh-CN" altLang="en-US" sz="2400" b="1" i="0" u="none" strike="noStrike" kern="1200" cap="none" spc="0" normalizeH="0" noProof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Calibri" panose="020F0502020204030204" pitchFamily="34" charset="0"/>
              </a:rPr>
              <a:t>本科学校：</a:t>
            </a:r>
            <a:r>
              <a:rPr kumimoji="0" lang="en-US" altLang="zh-CN" sz="2400" b="1" i="0" u="none" strike="noStrike" kern="1200" cap="none" spc="0" normalizeH="0" noProof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endParaRPr kumimoji="0" lang="en-US" altLang="zh-CN" sz="2400" b="1" i="0" u="none" strike="noStrike" kern="1200" cap="none" spc="0" normalizeH="0" noProof="1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mbria" panose="02040503050406030204" pitchFamily="18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548192" y="5607051"/>
            <a:ext cx="2170857" cy="67185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R="0" algn="ctr">
              <a:lnSpc>
                <a:spcPct val="150000"/>
              </a:lnSpc>
              <a:buClrTx/>
              <a:buSzTx/>
              <a:buFont typeface="Arial" panose="020B0604020202020204" pitchFamily="34" charset="0"/>
              <a:defRPr kumimoji="0" sz="2540" b="1" strike="noStrike" cap="none" spc="0" normalizeH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600"/>
            </a:lvl2pPr>
            <a:lvl3pPr marL="1143000" indent="-228600">
              <a:defRPr sz="1600"/>
            </a:lvl3pPr>
            <a:lvl4pPr marL="1600200" indent="-228600">
              <a:defRPr sz="1600"/>
            </a:lvl4pPr>
            <a:lvl5pPr marL="2057400" indent="-228600">
              <a:defRPr sz="1600"/>
            </a:lvl5pPr>
            <a:lvl6pPr marL="2514600" indent="-228600" eaLnBrk="0" hangingPunct="0">
              <a:defRPr sz="1600"/>
            </a:lvl6pPr>
            <a:lvl7pPr marL="2971800" indent="-228600" eaLnBrk="0" hangingPunct="0">
              <a:defRPr sz="1600"/>
            </a:lvl7pPr>
            <a:lvl8pPr marL="3429000" indent="-228600" eaLnBrk="0" hangingPunct="0">
              <a:defRPr sz="1600"/>
            </a:lvl8pPr>
            <a:lvl9pPr marL="3886200" indent="-228600" eaLnBrk="0" hangingPunct="0">
              <a:defRPr sz="1600"/>
            </a:lvl9pPr>
          </a:lstStyle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1200" cap="none" spc="0" normalizeH="0" noProof="1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2023.07</a:t>
            </a:r>
            <a:endParaRPr kumimoji="0" lang="zh-CN" altLang="en-US" sz="2800" b="1" i="0" u="none" strike="noStrike" kern="1200" cap="none" spc="0" normalizeH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577134" y="2131369"/>
            <a:ext cx="1332320" cy="1297631"/>
            <a:chOff x="1456771" y="1052454"/>
            <a:chExt cx="1642584" cy="1853324"/>
          </a:xfrm>
          <a:effectLst>
            <a:outerShdw blurRad="190500" dist="241300" dir="3480000" sx="95000" sy="95000" algn="ctr" rotWithShape="0">
              <a:srgbClr val="000000">
                <a:alpha val="31000"/>
              </a:srgbClr>
            </a:outerShdw>
          </a:effectLst>
        </p:grpSpPr>
        <p:sp>
          <p:nvSpPr>
            <p:cNvPr id="15" name="Freeform 5"/>
            <p:cNvSpPr/>
            <p:nvPr/>
          </p:nvSpPr>
          <p:spPr bwMode="auto">
            <a:xfrm rot="5400000">
              <a:off x="1351401" y="1157824"/>
              <a:ext cx="1853324" cy="164258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rgbClr val="D3D3D3"/>
                </a:gs>
              </a:gsLst>
              <a:lin ang="8100000" scaled="0"/>
            </a:gradFill>
            <a:ln w="19050">
              <a:gradFill>
                <a:gsLst>
                  <a:gs pos="0">
                    <a:srgbClr val="ADADAD"/>
                  </a:gs>
                  <a:gs pos="100000">
                    <a:schemeClr val="bg1"/>
                  </a:gs>
                </a:gsLst>
                <a:lin ang="8100000" scaled="0"/>
              </a:gradFill>
            </a:ln>
            <a:effectLst/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1550750" y="1164161"/>
              <a:ext cx="1454626" cy="1629611"/>
            </a:xfrm>
            <a:prstGeom prst="ellipse">
              <a:avLst/>
            </a:prstGeom>
            <a:solidFill>
              <a:srgbClr val="3354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spc="225" dirty="0">
                  <a:solidFill>
                    <a:prstClr val="white">
                      <a:lumMod val="9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456713" y="2131369"/>
            <a:ext cx="1332320" cy="1297631"/>
            <a:chOff x="1456771" y="1052454"/>
            <a:chExt cx="1642584" cy="1853324"/>
          </a:xfrm>
          <a:effectLst>
            <a:outerShdw blurRad="190500" dist="241300" dir="3480000" sx="95000" sy="95000" algn="ctr" rotWithShape="0">
              <a:srgbClr val="000000">
                <a:alpha val="31000"/>
              </a:srgbClr>
            </a:outerShdw>
          </a:effectLst>
        </p:grpSpPr>
        <p:sp>
          <p:nvSpPr>
            <p:cNvPr id="18" name="Freeform 5"/>
            <p:cNvSpPr/>
            <p:nvPr/>
          </p:nvSpPr>
          <p:spPr bwMode="auto">
            <a:xfrm rot="5400000">
              <a:off x="1351401" y="1157824"/>
              <a:ext cx="1853324" cy="164258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rgbClr val="D3D3D3"/>
                </a:gs>
              </a:gsLst>
              <a:lin ang="8100000" scaled="0"/>
            </a:gradFill>
            <a:ln w="19050">
              <a:gradFill>
                <a:gsLst>
                  <a:gs pos="0">
                    <a:srgbClr val="ADADAD"/>
                  </a:gs>
                  <a:gs pos="100000">
                    <a:schemeClr val="bg1"/>
                  </a:gs>
                </a:gsLst>
                <a:lin ang="8100000" scaled="0"/>
              </a:gradFill>
            </a:ln>
            <a:effectLst/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1550750" y="1164161"/>
              <a:ext cx="1454626" cy="1629611"/>
            </a:xfrm>
            <a:prstGeom prst="ellipse">
              <a:avLst/>
            </a:prstGeom>
            <a:solidFill>
              <a:srgbClr val="3354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spc="225" dirty="0">
                  <a:solidFill>
                    <a:prstClr val="white">
                      <a:lumMod val="9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我</a:t>
              </a:r>
              <a:endPara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336292" y="2131369"/>
            <a:ext cx="1332320" cy="1297631"/>
            <a:chOff x="1456771" y="1052454"/>
            <a:chExt cx="1642584" cy="1853324"/>
          </a:xfrm>
          <a:effectLst>
            <a:outerShdw blurRad="190500" dist="241300" dir="3480000" sx="95000" sy="95000" algn="ctr" rotWithShape="0">
              <a:srgbClr val="000000">
                <a:alpha val="31000"/>
              </a:srgbClr>
            </a:outerShdw>
          </a:effectLst>
        </p:grpSpPr>
        <p:sp>
          <p:nvSpPr>
            <p:cNvPr id="21" name="Freeform 5"/>
            <p:cNvSpPr/>
            <p:nvPr/>
          </p:nvSpPr>
          <p:spPr bwMode="auto">
            <a:xfrm rot="5400000">
              <a:off x="1351401" y="1157824"/>
              <a:ext cx="1853324" cy="164258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rgbClr val="D3D3D3"/>
                </a:gs>
              </a:gsLst>
              <a:lin ang="8100000" scaled="0"/>
            </a:gradFill>
            <a:ln w="19050">
              <a:gradFill>
                <a:gsLst>
                  <a:gs pos="0">
                    <a:srgbClr val="ADADAD"/>
                  </a:gs>
                  <a:gs pos="100000">
                    <a:schemeClr val="bg1"/>
                  </a:gs>
                </a:gsLst>
                <a:lin ang="8100000" scaled="0"/>
              </a:gradFill>
            </a:ln>
            <a:effectLst/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550750" y="1164161"/>
              <a:ext cx="1454626" cy="1629611"/>
            </a:xfrm>
            <a:prstGeom prst="ellipse">
              <a:avLst/>
            </a:prstGeom>
            <a:solidFill>
              <a:srgbClr val="3354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spc="225" dirty="0">
                  <a:solidFill>
                    <a:prstClr val="white">
                      <a:lumMod val="9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介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8215871" y="2131369"/>
            <a:ext cx="1332320" cy="1297631"/>
            <a:chOff x="1456771" y="1052454"/>
            <a:chExt cx="1642584" cy="1853324"/>
          </a:xfrm>
          <a:effectLst>
            <a:outerShdw blurRad="190500" dist="241300" dir="3480000" sx="95000" sy="95000" algn="ctr" rotWithShape="0">
              <a:srgbClr val="000000">
                <a:alpha val="31000"/>
              </a:srgbClr>
            </a:outerShdw>
          </a:effectLst>
        </p:grpSpPr>
        <p:sp>
          <p:nvSpPr>
            <p:cNvPr id="24" name="Freeform 5"/>
            <p:cNvSpPr/>
            <p:nvPr/>
          </p:nvSpPr>
          <p:spPr bwMode="auto">
            <a:xfrm rot="5400000">
              <a:off x="1351401" y="1157824"/>
              <a:ext cx="1853324" cy="164258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100000">
                  <a:srgbClr val="D3D3D3"/>
                </a:gs>
              </a:gsLst>
              <a:lin ang="8100000" scaled="0"/>
            </a:gradFill>
            <a:ln w="19050">
              <a:gradFill>
                <a:gsLst>
                  <a:gs pos="0">
                    <a:srgbClr val="ADADAD"/>
                  </a:gs>
                  <a:gs pos="100000">
                    <a:schemeClr val="bg1"/>
                  </a:gs>
                </a:gsLst>
                <a:lin ang="8100000" scaled="0"/>
              </a:gradFill>
            </a:ln>
            <a:effectLst/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1550750" y="1164161"/>
              <a:ext cx="1454626" cy="1629611"/>
            </a:xfrm>
            <a:prstGeom prst="ellipse">
              <a:avLst/>
            </a:prstGeom>
            <a:solidFill>
              <a:srgbClr val="33548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5400" b="1" spc="225" dirty="0">
                  <a:solidFill>
                    <a:prstClr val="white">
                      <a:lumMod val="9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绍</a:t>
              </a:r>
              <a:endParaRPr kumimoji="0" lang="zh-CN" altLang="zh-CN" sz="5400" b="1" i="0" u="none" strike="noStrike" kern="1200" cap="none" spc="225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8" name="灯片编号占位符 7"/>
          <p:cNvSpPr txBox="1"/>
          <p:nvPr/>
        </p:nvSpPr>
        <p:spPr>
          <a:xfrm>
            <a:off x="11144249" y="375856"/>
            <a:ext cx="28418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87350" y="1303338"/>
            <a:ext cx="4540250" cy="6102350"/>
            <a:chOff x="63500" y="1484313"/>
            <a:chExt cx="4540250" cy="6102350"/>
          </a:xfrm>
        </p:grpSpPr>
        <p:sp>
          <p:nvSpPr>
            <p:cNvPr id="78" name="淘宝店chenying0907出品 181"/>
            <p:cNvSpPr/>
            <p:nvPr/>
          </p:nvSpPr>
          <p:spPr>
            <a:xfrm>
              <a:off x="142875" y="1484313"/>
              <a:ext cx="1225550" cy="1227138"/>
            </a:xfrm>
            <a:prstGeom prst="ellipse">
              <a:avLst/>
            </a:prstGeom>
            <a:gradFill flip="none" rotWithShape="1">
              <a:gsLst>
                <a:gs pos="0">
                  <a:sysClr val="window" lastClr="FFFFFF"/>
                </a:gs>
                <a:gs pos="36000">
                  <a:sysClr val="window" lastClr="FFFFFF"/>
                </a:gs>
                <a:gs pos="100000">
                  <a:srgbClr val="C7C7C7"/>
                </a:gs>
              </a:gsLst>
              <a:lin ang="13500000" scaled="1"/>
              <a:tileRect/>
            </a:gradFill>
            <a:ln w="19050" cap="flat" cmpd="sng" algn="ctr">
              <a:solidFill>
                <a:sysClr val="window" lastClr="FFFFFF"/>
              </a:solidFill>
              <a:prstDash val="solid"/>
            </a:ln>
            <a:effectLst>
              <a:outerShdw blurRad="419100" dist="571500" dir="2700000" sx="90000" sy="90000" algn="tl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9" name="淘宝店chenying0907出品 182"/>
            <p:cNvSpPr/>
            <p:nvPr/>
          </p:nvSpPr>
          <p:spPr>
            <a:xfrm>
              <a:off x="2833688" y="2133600"/>
              <a:ext cx="858838" cy="857250"/>
            </a:xfrm>
            <a:prstGeom prst="ellipse">
              <a:avLst/>
            </a:prstGeom>
            <a:gradFill flip="none" rotWithShape="1">
              <a:gsLst>
                <a:gs pos="0">
                  <a:sysClr val="window" lastClr="FFFFFF"/>
                </a:gs>
                <a:gs pos="36000">
                  <a:sysClr val="window" lastClr="FFFFFF"/>
                </a:gs>
                <a:gs pos="100000">
                  <a:srgbClr val="C7C7C7"/>
                </a:gs>
              </a:gsLst>
              <a:lin ang="13500000" scaled="1"/>
              <a:tileRect/>
            </a:gradFill>
            <a:ln w="25400" cap="flat" cmpd="sng" algn="ctr">
              <a:solidFill>
                <a:sysClr val="window" lastClr="FFFFFF"/>
              </a:solidFill>
              <a:prstDash val="solid"/>
            </a:ln>
            <a:effectLst>
              <a:outerShdw blurRad="419100" dist="571500" dir="2700000" sx="90000" sy="90000" algn="tl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0" name="淘宝店chenying0907出品 183"/>
            <p:cNvSpPr/>
            <p:nvPr/>
          </p:nvSpPr>
          <p:spPr>
            <a:xfrm>
              <a:off x="63500" y="5159375"/>
              <a:ext cx="1031875" cy="1031875"/>
            </a:xfrm>
            <a:prstGeom prst="ellipse">
              <a:avLst/>
            </a:prstGeom>
            <a:gradFill flip="none" rotWithShape="1">
              <a:gsLst>
                <a:gs pos="0">
                  <a:sysClr val="window" lastClr="FFFFFF"/>
                </a:gs>
                <a:gs pos="36000">
                  <a:sysClr val="window" lastClr="FFFFFF"/>
                </a:gs>
                <a:gs pos="100000">
                  <a:srgbClr val="C7C7C7"/>
                </a:gs>
              </a:gsLst>
              <a:lin ang="13500000" scaled="1"/>
              <a:tileRect/>
            </a:gradFill>
            <a:ln w="22225" cap="flat" cmpd="sng" algn="ctr">
              <a:solidFill>
                <a:sysClr val="window" lastClr="FFFFFF"/>
              </a:solidFill>
              <a:prstDash val="solid"/>
            </a:ln>
            <a:effectLst>
              <a:outerShdw blurRad="419100" dist="571500" dir="2700000" sx="90000" sy="90000" algn="tl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1" name="淘宝店chenying0907出品 275"/>
            <p:cNvSpPr/>
            <p:nvPr/>
          </p:nvSpPr>
          <p:spPr>
            <a:xfrm>
              <a:off x="179388" y="3789363"/>
              <a:ext cx="515938" cy="515938"/>
            </a:xfrm>
            <a:prstGeom prst="ellipse">
              <a:avLst/>
            </a:prstGeom>
            <a:gradFill flip="none" rotWithShape="1">
              <a:gsLst>
                <a:gs pos="0">
                  <a:sysClr val="window" lastClr="FFFFFF"/>
                </a:gs>
                <a:gs pos="36000">
                  <a:sysClr val="window" lastClr="FFFFFF"/>
                </a:gs>
                <a:gs pos="100000">
                  <a:srgbClr val="C7C7C7"/>
                </a:gs>
              </a:gsLst>
              <a:lin ang="13500000" scaled="1"/>
              <a:tileRect/>
            </a:gradFill>
            <a:ln w="22225" cap="flat" cmpd="sng" algn="ctr">
              <a:solidFill>
                <a:sysClr val="window" lastClr="FFFFFF"/>
              </a:solidFill>
              <a:prstDash val="solid"/>
            </a:ln>
            <a:effectLst>
              <a:outerShdw blurRad="419100" dist="571500" dir="2700000" sx="90000" sy="90000" algn="tl" rotWithShape="0">
                <a:sysClr val="windowText" lastClr="000000">
                  <a:lumMod val="50000"/>
                  <a:lumOff val="50000"/>
                  <a:alpha val="40000"/>
                </a:sysClr>
              </a:outerShdw>
            </a:effectLst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5145" name="淘宝店chenying0907出品 167"/>
            <p:cNvGrpSpPr/>
            <p:nvPr/>
          </p:nvGrpSpPr>
          <p:grpSpPr>
            <a:xfrm>
              <a:off x="935038" y="2890838"/>
              <a:ext cx="3668712" cy="4695825"/>
              <a:chOff x="3706622" y="1702991"/>
              <a:chExt cx="2056861" cy="2632003"/>
            </a:xfrm>
          </p:grpSpPr>
          <p:sp>
            <p:nvSpPr>
              <p:cNvPr id="123" name="淘宝店chenying0907出品 168"/>
              <p:cNvSpPr/>
              <p:nvPr/>
            </p:nvSpPr>
            <p:spPr>
              <a:xfrm>
                <a:off x="3706622" y="1735827"/>
                <a:ext cx="1730756" cy="1730756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" lastClr="FFFFFF">
                      <a:lumMod val="85000"/>
                    </a:sysClr>
                  </a:gs>
                  <a:gs pos="100000">
                    <a:sysClr val="window" lastClr="FFFFFF"/>
                  </a:gs>
                </a:gsLst>
                <a:lin ang="2700000" scaled="1"/>
                <a:tileRect/>
              </a:gradFill>
              <a:ln w="19050" cap="flat" cmpd="sng" algn="ctr">
                <a:gradFill flip="none" rotWithShape="1">
                  <a:gsLst>
                    <a:gs pos="0">
                      <a:sysClr val="window" lastClr="FFFFFF"/>
                    </a:gs>
                    <a:gs pos="100000">
                      <a:sysClr val="window" lastClr="FFFFFF">
                        <a:lumMod val="75000"/>
                      </a:sysClr>
                    </a:gs>
                  </a:gsLst>
                  <a:lin ang="2700000" scaled="1"/>
                  <a:tileRect/>
                </a:gradFill>
                <a:prstDash val="solid"/>
              </a:ln>
              <a:effectLst>
                <a:outerShdw blurRad="368300" dist="139700" dir="2700000" algn="tl" rotWithShape="0">
                  <a:prstClr val="black">
                    <a:alpha val="15000"/>
                  </a:prstClr>
                </a:outerShdw>
              </a:effectLst>
            </p:spPr>
            <p:txBody>
              <a:bodyPr lIns="68580" tIns="34290" rIns="68580" bIns="3429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4" name="圆角淘宝店chenying0907出品 169"/>
              <p:cNvSpPr/>
              <p:nvPr/>
            </p:nvSpPr>
            <p:spPr>
              <a:xfrm rot="2700000">
                <a:off x="3664932" y="2236443"/>
                <a:ext cx="2632003" cy="1565099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ysClr val="windowText" lastClr="000000">
                      <a:alpha val="40000"/>
                    </a:sysClr>
                  </a:gs>
                  <a:gs pos="100000">
                    <a:srgbClr val="F2F2F2">
                      <a:alpha val="0"/>
                    </a:srgbClr>
                  </a:gs>
                </a:gsLst>
                <a:lin ang="0" scaled="0"/>
              </a:gradFill>
              <a:ln w="25400" cap="flat" cmpd="sng" algn="ctr">
                <a:noFill/>
                <a:prstDash val="solid"/>
              </a:ln>
              <a:effectLst>
                <a:softEdge rad="63500"/>
              </a:effectLst>
            </p:spPr>
            <p:txBody>
              <a:bodyPr lIns="68580" tIns="34290" rIns="68580" bIns="3429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5" name="淘宝店chenying0907出品 170"/>
              <p:cNvSpPr/>
              <p:nvPr/>
            </p:nvSpPr>
            <p:spPr>
              <a:xfrm>
                <a:off x="3841016" y="1870272"/>
                <a:ext cx="1462321" cy="1461927"/>
              </a:xfrm>
              <a:prstGeom prst="ellipse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2700000" scaled="1"/>
              </a:gradFill>
              <a:ln w="25400" cap="flat" cmpd="sng" algn="ctr">
                <a:noFill/>
                <a:prstDash val="solid"/>
              </a:ln>
              <a:effectLst>
                <a:outerShdw blurRad="304800" dist="127000" dir="2700000" algn="tl" rotWithShape="0">
                  <a:prstClr val="black">
                    <a:alpha val="25000"/>
                  </a:prstClr>
                </a:outerShdw>
              </a:effectLst>
            </p:spPr>
            <p:txBody>
              <a:bodyPr lIns="68580" tIns="34290" rIns="68580" bIns="3429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" name="淘宝店chenying0907出品 44"/>
              <p:cNvSpPr/>
              <p:nvPr/>
            </p:nvSpPr>
            <p:spPr bwMode="auto">
              <a:xfrm>
                <a:off x="5233915" y="2785867"/>
                <a:ext cx="13350" cy="18686"/>
              </a:xfrm>
              <a:custGeom>
                <a:avLst/>
                <a:gdLst>
                  <a:gd name="T0" fmla="*/ 1 w 3"/>
                  <a:gd name="T1" fmla="*/ 0 h 4"/>
                  <a:gd name="T2" fmla="*/ 0 w 3"/>
                  <a:gd name="T3" fmla="*/ 1 h 4"/>
                  <a:gd name="T4" fmla="*/ 0 w 3"/>
                  <a:gd name="T5" fmla="*/ 2 h 4"/>
                  <a:gd name="T6" fmla="*/ 1 w 3"/>
                  <a:gd name="T7" fmla="*/ 3 h 4"/>
                  <a:gd name="T8" fmla="*/ 1 w 3"/>
                  <a:gd name="T9" fmla="*/ 4 h 4"/>
                  <a:gd name="T10" fmla="*/ 2 w 3"/>
                  <a:gd name="T11" fmla="*/ 4 h 4"/>
                  <a:gd name="T12" fmla="*/ 2 w 3"/>
                  <a:gd name="T13" fmla="*/ 3 h 4"/>
                  <a:gd name="T14" fmla="*/ 3 w 3"/>
                  <a:gd name="T15" fmla="*/ 2 h 4"/>
                  <a:gd name="T16" fmla="*/ 2 w 3"/>
                  <a:gd name="T17" fmla="*/ 1 h 4"/>
                  <a:gd name="T18" fmla="*/ 2 w 3"/>
                  <a:gd name="T19" fmla="*/ 1 h 4"/>
                  <a:gd name="T20" fmla="*/ 1 w 3"/>
                  <a:gd name="T2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" h="4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1" y="3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3" y="3"/>
                      <a:pt x="3" y="3"/>
                      <a:pt x="3" y="2"/>
                    </a:cubicBezTo>
                    <a:cubicBezTo>
                      <a:pt x="3" y="2"/>
                      <a:pt x="2" y="2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1" y="1"/>
                      <a:pt x="1" y="0"/>
                    </a:cubicBezTo>
                  </a:path>
                </a:pathLst>
              </a:custGeom>
              <a:solidFill>
                <a:sysClr val="window" lastClr="FFFFFF">
                  <a:lumMod val="65000"/>
                  <a:alpha val="50000"/>
                </a:sysClr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28" name="TextBox 127"/>
            <p:cNvSpPr txBox="1"/>
            <p:nvPr/>
          </p:nvSpPr>
          <p:spPr>
            <a:xfrm>
              <a:off x="1729060" y="3878310"/>
              <a:ext cx="1511952" cy="102861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6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目 录</a:t>
              </a:r>
              <a:endParaRPr kumimoji="0" lang="zh-CN" alt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976937" y="2310130"/>
            <a:ext cx="3077644" cy="2875374"/>
            <a:chOff x="5510212" y="2270125"/>
            <a:chExt cx="3077644" cy="2875374"/>
          </a:xfrm>
        </p:grpSpPr>
        <p:grpSp>
          <p:nvGrpSpPr>
            <p:cNvPr id="2" name="组合 1"/>
            <p:cNvGrpSpPr/>
            <p:nvPr/>
          </p:nvGrpSpPr>
          <p:grpSpPr>
            <a:xfrm>
              <a:off x="5510212" y="2270125"/>
              <a:ext cx="3069845" cy="539739"/>
              <a:chOff x="5510212" y="2270125"/>
              <a:chExt cx="3069845" cy="539739"/>
            </a:xfrm>
          </p:grpSpPr>
          <p:grpSp>
            <p:nvGrpSpPr>
              <p:cNvPr id="5127" name="淘宝店chenying0907出品 44"/>
              <p:cNvGrpSpPr/>
              <p:nvPr/>
            </p:nvGrpSpPr>
            <p:grpSpPr>
              <a:xfrm>
                <a:off x="5510212" y="2270125"/>
                <a:ext cx="1364876" cy="539739"/>
                <a:chOff x="4935715" y="1778260"/>
                <a:chExt cx="910013" cy="360000"/>
              </a:xfrm>
            </p:grpSpPr>
            <p:cxnSp>
              <p:nvCxnSpPr>
                <p:cNvPr id="5128" name="淘宝店chenying0907出品 93"/>
                <p:cNvCxnSpPr/>
                <p:nvPr/>
              </p:nvCxnSpPr>
              <p:spPr>
                <a:xfrm>
                  <a:off x="5845728" y="1778260"/>
                  <a:ext cx="0" cy="360000"/>
                </a:xfrm>
                <a:prstGeom prst="line">
                  <a:avLst/>
                </a:prstGeom>
                <a:ln w="6350" cap="flat" cmpd="sng">
                  <a:solidFill>
                    <a:srgbClr val="4D4D4D"/>
                  </a:solidFill>
                  <a:prstDash val="sysDot"/>
                  <a:round/>
                  <a:headEnd type="none" w="med" len="med"/>
                  <a:tailEnd type="none" w="med" len="med"/>
                </a:ln>
              </p:spPr>
            </p:cxnSp>
            <p:grpSp>
              <p:nvGrpSpPr>
                <p:cNvPr id="5129" name="淘宝店chenying0907出品 85"/>
                <p:cNvGrpSpPr/>
                <p:nvPr/>
              </p:nvGrpSpPr>
              <p:grpSpPr>
                <a:xfrm>
                  <a:off x="4935715" y="1780963"/>
                  <a:ext cx="822743" cy="354595"/>
                  <a:chOff x="6225354" y="2411080"/>
                  <a:chExt cx="1096990" cy="472793"/>
                </a:xfrm>
              </p:grpSpPr>
              <p:grpSp>
                <p:nvGrpSpPr>
                  <p:cNvPr id="5169" name="淘宝店chenying0907出品 86"/>
                  <p:cNvGrpSpPr/>
                  <p:nvPr/>
                </p:nvGrpSpPr>
                <p:grpSpPr>
                  <a:xfrm>
                    <a:off x="6225354" y="2411080"/>
                    <a:ext cx="1096990" cy="472793"/>
                    <a:chOff x="2207939" y="2018653"/>
                    <a:chExt cx="6978844" cy="1220496"/>
                  </a:xfrm>
                </p:grpSpPr>
                <p:sp>
                  <p:nvSpPr>
                    <p:cNvPr id="86" name="圆角淘宝店chenying0907出品 88"/>
                    <p:cNvSpPr/>
                    <p:nvPr/>
                  </p:nvSpPr>
                  <p:spPr>
                    <a:xfrm>
                      <a:off x="2207939" y="2018653"/>
                      <a:ext cx="6978844" cy="1220496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bg1">
                        <a:lumMod val="50000"/>
                      </a:schemeClr>
                    </a:solidFill>
                    <a:ln w="31750" cap="flat" cmpd="sng" algn="ctr">
                      <a:gradFill flip="none" rotWithShape="1">
                        <a:gsLst>
                          <a:gs pos="0">
                            <a:srgbClr val="CDCDCD"/>
                          </a:gs>
                          <a:gs pos="100000">
                            <a:sysClr val="window" lastClr="FFFFFF"/>
                          </a:gs>
                        </a:gsLst>
                        <a:lin ang="2700000" scaled="1"/>
                        <a:tileRect/>
                      </a:gradFill>
                      <a:prstDash val="solid"/>
                    </a:ln>
                    <a:effectLst>
                      <a:innerShdw blurRad="127000" dist="63500" dir="13500000">
                        <a:sysClr val="windowText" lastClr="000000">
                          <a:lumMod val="65000"/>
                          <a:lumOff val="35000"/>
                          <a:alpha val="49000"/>
                        </a:sysClr>
                      </a:inn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libri" panose="020F0502020204030204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87" name="圆角淘宝店chenying0907出品 89"/>
                    <p:cNvSpPr/>
                    <p:nvPr/>
                  </p:nvSpPr>
                  <p:spPr>
                    <a:xfrm>
                      <a:off x="2252045" y="2038293"/>
                      <a:ext cx="2901718" cy="1151411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" lastClr="FFFFFF">
                        <a:lumMod val="95000"/>
                      </a:sysClr>
                    </a:solidFill>
                    <a:ln w="50800" cap="flat" cmpd="sng" algn="ctr">
                      <a:noFill/>
                      <a:prstDash val="solid"/>
                    </a:ln>
                    <a:effectLst>
                      <a:outerShdw blurRad="50800" dist="12700" dir="2700000" algn="tl" rotWithShape="0">
                        <a:sysClr val="windowText" lastClr="000000">
                          <a:lumMod val="65000"/>
                          <a:lumOff val="35000"/>
                          <a:alpha val="60000"/>
                        </a:sysClr>
                      </a:outerShdw>
                    </a:effectLst>
                    <a:scene3d>
                      <a:camera prst="orthographicFront"/>
                      <a:lightRig rig="threePt" dir="t"/>
                    </a:scene3d>
                    <a:sp3d prstMaterial="softEdge">
                      <a:bevelT w="57150" h="12700" prst="angle"/>
                    </a:sp3d>
                  </p:spPr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libri" panose="020F0502020204030204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85" name="淘宝店chenying0907出品 87"/>
                  <p:cNvSpPr/>
                  <p:nvPr/>
                </p:nvSpPr>
                <p:spPr>
                  <a:xfrm>
                    <a:off x="6784212" y="2471007"/>
                    <a:ext cx="465715" cy="35436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2000" b="1" i="0" u="none" strike="noStrike" kern="0" cap="none" spc="75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01</a:t>
                    </a:r>
                    <a:endParaRPr kumimoji="0" lang="zh-CN" alt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</p:grpSp>
          <p:sp>
            <p:nvSpPr>
              <p:cNvPr id="88" name="TextBox 87"/>
              <p:cNvSpPr txBox="1"/>
              <p:nvPr/>
            </p:nvSpPr>
            <p:spPr>
              <a:xfrm>
                <a:off x="7010397" y="2338388"/>
                <a:ext cx="1569660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300" normalizeH="0" baseline="0" noProof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基本信息</a:t>
                </a:r>
                <a:endParaRPr kumimoji="0" lang="zh-CN" altLang="en-US" sz="2400" b="1" i="0" u="none" strike="noStrike" kern="1200" cap="none" spc="300" normalizeH="0" baseline="0" noProof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5510212" y="3049188"/>
              <a:ext cx="3069845" cy="549377"/>
              <a:chOff x="5510212" y="3049188"/>
              <a:chExt cx="3069845" cy="549377"/>
            </a:xfrm>
          </p:grpSpPr>
          <p:sp>
            <p:nvSpPr>
              <p:cNvPr id="96" name="TextBox 95"/>
              <p:cNvSpPr txBox="1"/>
              <p:nvPr/>
            </p:nvSpPr>
            <p:spPr>
              <a:xfrm>
                <a:off x="7010397" y="3136900"/>
                <a:ext cx="1569660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300" normalizeH="0" baseline="0" noProof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学科竞赛</a:t>
                </a:r>
                <a:endParaRPr kumimoji="0" lang="zh-CN" altLang="en-US" sz="2400" b="1" i="0" u="none" strike="noStrike" kern="1200" cap="none" spc="300" normalizeH="0" baseline="0" noProof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5133" name="淘宝店chenying0907出品 239"/>
              <p:cNvGrpSpPr/>
              <p:nvPr/>
            </p:nvGrpSpPr>
            <p:grpSpPr>
              <a:xfrm>
                <a:off x="5510212" y="3049188"/>
                <a:ext cx="1364876" cy="539739"/>
                <a:chOff x="4935715" y="1778260"/>
                <a:chExt cx="910013" cy="360000"/>
              </a:xfrm>
            </p:grpSpPr>
            <p:cxnSp>
              <p:nvCxnSpPr>
                <p:cNvPr id="5134" name="淘宝店chenying0907出品 241"/>
                <p:cNvCxnSpPr/>
                <p:nvPr/>
              </p:nvCxnSpPr>
              <p:spPr>
                <a:xfrm>
                  <a:off x="5845728" y="1778260"/>
                  <a:ext cx="0" cy="360000"/>
                </a:xfrm>
                <a:prstGeom prst="line">
                  <a:avLst/>
                </a:prstGeom>
                <a:ln w="6350" cap="flat" cmpd="sng">
                  <a:solidFill>
                    <a:srgbClr val="4D4D4D"/>
                  </a:solidFill>
                  <a:prstDash val="sysDot"/>
                  <a:round/>
                  <a:headEnd type="none" w="med" len="med"/>
                  <a:tailEnd type="none" w="med" len="med"/>
                </a:ln>
              </p:spPr>
            </p:cxnSp>
            <p:grpSp>
              <p:nvGrpSpPr>
                <p:cNvPr id="5135" name="淘宝店chenying0907出品 242"/>
                <p:cNvGrpSpPr/>
                <p:nvPr/>
              </p:nvGrpSpPr>
              <p:grpSpPr>
                <a:xfrm>
                  <a:off x="4935715" y="1780963"/>
                  <a:ext cx="822743" cy="354595"/>
                  <a:chOff x="6225354" y="2411080"/>
                  <a:chExt cx="1096990" cy="472793"/>
                </a:xfrm>
              </p:grpSpPr>
              <p:grpSp>
                <p:nvGrpSpPr>
                  <p:cNvPr id="5159" name="淘宝店chenying0907出品 243"/>
                  <p:cNvGrpSpPr/>
                  <p:nvPr/>
                </p:nvGrpSpPr>
                <p:grpSpPr>
                  <a:xfrm>
                    <a:off x="6225354" y="2411080"/>
                    <a:ext cx="1096990" cy="472793"/>
                    <a:chOff x="2207939" y="2018653"/>
                    <a:chExt cx="6978844" cy="1220496"/>
                  </a:xfrm>
                </p:grpSpPr>
                <p:sp>
                  <p:nvSpPr>
                    <p:cNvPr id="94" name="圆角淘宝店chenying0907出品 245"/>
                    <p:cNvSpPr/>
                    <p:nvPr/>
                  </p:nvSpPr>
                  <p:spPr>
                    <a:xfrm>
                      <a:off x="2207939" y="2018653"/>
                      <a:ext cx="6978844" cy="1220496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2"/>
                    </a:solidFill>
                    <a:ln w="31750" cap="flat" cmpd="sng" algn="ctr">
                      <a:gradFill flip="none" rotWithShape="1">
                        <a:gsLst>
                          <a:gs pos="0">
                            <a:srgbClr val="CDCDCD"/>
                          </a:gs>
                          <a:gs pos="100000">
                            <a:sysClr val="window" lastClr="FFFFFF"/>
                          </a:gs>
                        </a:gsLst>
                        <a:lin ang="2700000" scaled="1"/>
                        <a:tileRect/>
                      </a:gradFill>
                      <a:prstDash val="solid"/>
                    </a:ln>
                    <a:effectLst>
                      <a:innerShdw blurRad="127000" dist="63500" dir="13500000">
                        <a:sysClr val="windowText" lastClr="000000">
                          <a:lumMod val="65000"/>
                          <a:lumOff val="35000"/>
                          <a:alpha val="49000"/>
                        </a:sysClr>
                      </a:inn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libri" panose="020F0502020204030204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95" name="圆角淘宝店chenying0907出品 246"/>
                    <p:cNvSpPr/>
                    <p:nvPr/>
                  </p:nvSpPr>
                  <p:spPr>
                    <a:xfrm>
                      <a:off x="2252045" y="2038293"/>
                      <a:ext cx="2901718" cy="1151411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" lastClr="FFFFFF">
                        <a:lumMod val="95000"/>
                      </a:sysClr>
                    </a:solidFill>
                    <a:ln w="50800" cap="flat" cmpd="sng" algn="ctr">
                      <a:noFill/>
                      <a:prstDash val="solid"/>
                    </a:ln>
                    <a:effectLst>
                      <a:outerShdw blurRad="50800" dist="12700" dir="2700000" algn="tl" rotWithShape="0">
                        <a:sysClr val="windowText" lastClr="000000">
                          <a:lumMod val="65000"/>
                          <a:lumOff val="35000"/>
                          <a:alpha val="60000"/>
                        </a:sysClr>
                      </a:outerShdw>
                    </a:effectLst>
                    <a:scene3d>
                      <a:camera prst="orthographicFront"/>
                      <a:lightRig rig="threePt" dir="t"/>
                    </a:scene3d>
                    <a:sp3d prstMaterial="softEdge">
                      <a:bevelT w="57150" h="12700" prst="angle"/>
                    </a:sp3d>
                  </p:spPr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libri" panose="020F0502020204030204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93" name="淘宝店chenying0907出品 244"/>
                  <p:cNvSpPr/>
                  <p:nvPr/>
                </p:nvSpPr>
                <p:spPr>
                  <a:xfrm>
                    <a:off x="6784212" y="2477009"/>
                    <a:ext cx="465715" cy="352948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2000" b="1" i="0" u="none" strike="noStrike" kern="0" cap="none" spc="75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02</a:t>
                    </a:r>
                    <a:endParaRPr kumimoji="0" lang="zh-CN" alt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</p:grpSp>
        </p:grpSp>
        <p:grpSp>
          <p:nvGrpSpPr>
            <p:cNvPr id="4" name="组合 3"/>
            <p:cNvGrpSpPr/>
            <p:nvPr/>
          </p:nvGrpSpPr>
          <p:grpSpPr>
            <a:xfrm>
              <a:off x="5510212" y="3827474"/>
              <a:ext cx="3069845" cy="539739"/>
              <a:chOff x="5510212" y="3827474"/>
              <a:chExt cx="3069845" cy="539739"/>
            </a:xfrm>
          </p:grpSpPr>
          <p:grpSp>
            <p:nvGrpSpPr>
              <p:cNvPr id="5138" name="淘宝店chenying0907出品 248"/>
              <p:cNvGrpSpPr/>
              <p:nvPr/>
            </p:nvGrpSpPr>
            <p:grpSpPr>
              <a:xfrm>
                <a:off x="5510212" y="3827474"/>
                <a:ext cx="1364876" cy="539739"/>
                <a:chOff x="4935715" y="1778260"/>
                <a:chExt cx="910013" cy="360000"/>
              </a:xfrm>
            </p:grpSpPr>
            <p:cxnSp>
              <p:nvCxnSpPr>
                <p:cNvPr id="5139" name="淘宝店chenying0907出品 250"/>
                <p:cNvCxnSpPr/>
                <p:nvPr/>
              </p:nvCxnSpPr>
              <p:spPr>
                <a:xfrm>
                  <a:off x="5845728" y="1778260"/>
                  <a:ext cx="0" cy="360000"/>
                </a:xfrm>
                <a:prstGeom prst="line">
                  <a:avLst/>
                </a:prstGeom>
                <a:ln w="6350" cap="flat" cmpd="sng">
                  <a:solidFill>
                    <a:srgbClr val="4D4D4D"/>
                  </a:solidFill>
                  <a:prstDash val="sysDot"/>
                  <a:round/>
                  <a:headEnd type="none" w="med" len="med"/>
                  <a:tailEnd type="none" w="med" len="med"/>
                </a:ln>
              </p:spPr>
            </p:cxnSp>
            <p:grpSp>
              <p:nvGrpSpPr>
                <p:cNvPr id="5140" name="淘宝店chenying0907出品 251"/>
                <p:cNvGrpSpPr/>
                <p:nvPr/>
              </p:nvGrpSpPr>
              <p:grpSpPr>
                <a:xfrm>
                  <a:off x="4935715" y="1780963"/>
                  <a:ext cx="822743" cy="354595"/>
                  <a:chOff x="6225354" y="2411080"/>
                  <a:chExt cx="1096990" cy="472793"/>
                </a:xfrm>
              </p:grpSpPr>
              <p:grpSp>
                <p:nvGrpSpPr>
                  <p:cNvPr id="5149" name="淘宝店chenying0907出品 252"/>
                  <p:cNvGrpSpPr/>
                  <p:nvPr/>
                </p:nvGrpSpPr>
                <p:grpSpPr>
                  <a:xfrm>
                    <a:off x="6225354" y="2411080"/>
                    <a:ext cx="1096990" cy="472793"/>
                    <a:chOff x="2207939" y="2018653"/>
                    <a:chExt cx="6978844" cy="1220496"/>
                  </a:xfrm>
                </p:grpSpPr>
                <p:sp>
                  <p:nvSpPr>
                    <p:cNvPr id="102" name="圆角淘宝店chenying0907出品 254"/>
                    <p:cNvSpPr/>
                    <p:nvPr/>
                  </p:nvSpPr>
                  <p:spPr>
                    <a:xfrm>
                      <a:off x="2207939" y="2018653"/>
                      <a:ext cx="6978844" cy="1220496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2">
                        <a:lumMod val="75000"/>
                      </a:schemeClr>
                    </a:solidFill>
                    <a:ln w="31750" cap="flat" cmpd="sng" algn="ctr">
                      <a:gradFill flip="none" rotWithShape="1">
                        <a:gsLst>
                          <a:gs pos="0">
                            <a:srgbClr val="CDCDCD"/>
                          </a:gs>
                          <a:gs pos="100000">
                            <a:sysClr val="window" lastClr="FFFFFF"/>
                          </a:gs>
                        </a:gsLst>
                        <a:lin ang="2700000" scaled="1"/>
                        <a:tileRect/>
                      </a:gradFill>
                      <a:prstDash val="solid"/>
                    </a:ln>
                    <a:effectLst>
                      <a:innerShdw blurRad="127000" dist="63500" dir="13500000">
                        <a:sysClr val="windowText" lastClr="000000">
                          <a:lumMod val="65000"/>
                          <a:lumOff val="35000"/>
                          <a:alpha val="49000"/>
                        </a:sysClr>
                      </a:inn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libri" panose="020F0502020204030204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03" name="圆角淘宝店chenying0907出品 255"/>
                    <p:cNvSpPr/>
                    <p:nvPr/>
                  </p:nvSpPr>
                  <p:spPr>
                    <a:xfrm>
                      <a:off x="2252045" y="2038293"/>
                      <a:ext cx="2901718" cy="1151411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" lastClr="FFFFFF">
                        <a:lumMod val="95000"/>
                      </a:sysClr>
                    </a:solidFill>
                    <a:ln w="50800" cap="flat" cmpd="sng" algn="ctr">
                      <a:noFill/>
                      <a:prstDash val="solid"/>
                    </a:ln>
                    <a:effectLst>
                      <a:outerShdw blurRad="50800" dist="12700" dir="2700000" algn="tl" rotWithShape="0">
                        <a:sysClr val="windowText" lastClr="000000">
                          <a:lumMod val="65000"/>
                          <a:lumOff val="35000"/>
                          <a:alpha val="60000"/>
                        </a:sysClr>
                      </a:outerShdw>
                    </a:effectLst>
                    <a:scene3d>
                      <a:camera prst="orthographicFront"/>
                      <a:lightRig rig="threePt" dir="t"/>
                    </a:scene3d>
                    <a:sp3d prstMaterial="softEdge">
                      <a:bevelT w="57150" h="12700" prst="angle"/>
                    </a:sp3d>
                  </p:spPr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libri" panose="020F0502020204030204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101" name="淘宝店chenying0907出品 253"/>
                  <p:cNvSpPr/>
                  <p:nvPr/>
                </p:nvSpPr>
                <p:spPr>
                  <a:xfrm>
                    <a:off x="6784212" y="2486526"/>
                    <a:ext cx="465715" cy="35436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2000" b="1" i="0" u="none" strike="noStrike" kern="0" cap="none" spc="75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03</a:t>
                    </a:r>
                    <a:endParaRPr kumimoji="0" lang="zh-CN" alt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</p:grpSp>
          <p:sp>
            <p:nvSpPr>
              <p:cNvPr id="104" name="TextBox 103"/>
              <p:cNvSpPr txBox="1"/>
              <p:nvPr/>
            </p:nvSpPr>
            <p:spPr>
              <a:xfrm>
                <a:off x="7010397" y="3895725"/>
                <a:ext cx="1569660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1200" cap="none" spc="300" normalizeH="0" baseline="0" noProof="1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科研</a:t>
                </a:r>
                <a:r>
                  <a:rPr lang="zh-CN" altLang="en-US" sz="2400" b="1" spc="300" noProof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项目</a:t>
                </a:r>
                <a:endParaRPr kumimoji="0" lang="zh-CN" altLang="en-US" sz="2400" b="1" i="0" u="none" strike="noStrike" kern="1200" cap="none" spc="300" normalizeH="0" baseline="0" noProof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5518011" y="4605760"/>
              <a:ext cx="3069845" cy="539739"/>
              <a:chOff x="5510212" y="4575634"/>
              <a:chExt cx="3069845" cy="539739"/>
            </a:xfrm>
          </p:grpSpPr>
          <p:grpSp>
            <p:nvGrpSpPr>
              <p:cNvPr id="42" name="淘宝店chenying0907出品 248"/>
              <p:cNvGrpSpPr/>
              <p:nvPr/>
            </p:nvGrpSpPr>
            <p:grpSpPr>
              <a:xfrm>
                <a:off x="5510212" y="4575634"/>
                <a:ext cx="1364876" cy="539739"/>
                <a:chOff x="4935715" y="1778260"/>
                <a:chExt cx="910013" cy="360000"/>
              </a:xfrm>
            </p:grpSpPr>
            <p:cxnSp>
              <p:nvCxnSpPr>
                <p:cNvPr id="43" name="淘宝店chenying0907出品 250"/>
                <p:cNvCxnSpPr/>
                <p:nvPr/>
              </p:nvCxnSpPr>
              <p:spPr>
                <a:xfrm>
                  <a:off x="5845728" y="1778260"/>
                  <a:ext cx="0" cy="360000"/>
                </a:xfrm>
                <a:prstGeom prst="line">
                  <a:avLst/>
                </a:prstGeom>
                <a:ln w="6350" cap="flat" cmpd="sng">
                  <a:solidFill>
                    <a:srgbClr val="4D4D4D"/>
                  </a:solidFill>
                  <a:prstDash val="sysDot"/>
                  <a:round/>
                  <a:headEnd type="none" w="med" len="med"/>
                  <a:tailEnd type="none" w="med" len="med"/>
                </a:ln>
              </p:spPr>
            </p:cxnSp>
            <p:grpSp>
              <p:nvGrpSpPr>
                <p:cNvPr id="44" name="淘宝店chenying0907出品 251"/>
                <p:cNvGrpSpPr/>
                <p:nvPr/>
              </p:nvGrpSpPr>
              <p:grpSpPr>
                <a:xfrm>
                  <a:off x="4935715" y="1780963"/>
                  <a:ext cx="822743" cy="354595"/>
                  <a:chOff x="6225354" y="2411080"/>
                  <a:chExt cx="1096990" cy="472793"/>
                </a:xfrm>
              </p:grpSpPr>
              <p:grpSp>
                <p:nvGrpSpPr>
                  <p:cNvPr id="45" name="淘宝店chenying0907出品 252"/>
                  <p:cNvGrpSpPr/>
                  <p:nvPr/>
                </p:nvGrpSpPr>
                <p:grpSpPr>
                  <a:xfrm>
                    <a:off x="6225354" y="2411080"/>
                    <a:ext cx="1096990" cy="472793"/>
                    <a:chOff x="2207939" y="2018653"/>
                    <a:chExt cx="6978844" cy="1220496"/>
                  </a:xfrm>
                </p:grpSpPr>
                <p:sp>
                  <p:nvSpPr>
                    <p:cNvPr id="47" name="圆角淘宝店chenying0907出品 254"/>
                    <p:cNvSpPr/>
                    <p:nvPr/>
                  </p:nvSpPr>
                  <p:spPr>
                    <a:xfrm>
                      <a:off x="2207939" y="2018653"/>
                      <a:ext cx="6978844" cy="1220496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2">
                        <a:lumMod val="50000"/>
                      </a:schemeClr>
                    </a:solidFill>
                    <a:ln w="31750" cap="flat" cmpd="sng" algn="ctr">
                      <a:gradFill flip="none" rotWithShape="1">
                        <a:gsLst>
                          <a:gs pos="0">
                            <a:srgbClr val="CDCDCD"/>
                          </a:gs>
                          <a:gs pos="100000">
                            <a:sysClr val="window" lastClr="FFFFFF"/>
                          </a:gs>
                        </a:gsLst>
                        <a:lin ang="2700000" scaled="1"/>
                        <a:tileRect/>
                      </a:gradFill>
                      <a:prstDash val="solid"/>
                    </a:ln>
                    <a:effectLst>
                      <a:innerShdw blurRad="127000" dist="63500" dir="13500000">
                        <a:sysClr val="windowText" lastClr="000000">
                          <a:lumMod val="65000"/>
                          <a:lumOff val="35000"/>
                          <a:alpha val="49000"/>
                        </a:sysClr>
                      </a:innerShdw>
                    </a:effectLst>
                  </p:spPr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2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libri" panose="020F0502020204030204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48" name="圆角淘宝店chenying0907出品 255"/>
                    <p:cNvSpPr/>
                    <p:nvPr/>
                  </p:nvSpPr>
                  <p:spPr>
                    <a:xfrm>
                      <a:off x="2252045" y="2038293"/>
                      <a:ext cx="2901718" cy="1151411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ysClr val="window" lastClr="FFFFFF">
                        <a:lumMod val="95000"/>
                      </a:sysClr>
                    </a:solidFill>
                    <a:ln w="50800" cap="flat" cmpd="sng" algn="ctr">
                      <a:noFill/>
                      <a:prstDash val="solid"/>
                    </a:ln>
                    <a:effectLst>
                      <a:outerShdw blurRad="50800" dist="12700" dir="2700000" algn="tl" rotWithShape="0">
                        <a:sysClr val="windowText" lastClr="000000">
                          <a:lumMod val="65000"/>
                          <a:lumOff val="35000"/>
                          <a:alpha val="60000"/>
                        </a:sysClr>
                      </a:outerShdw>
                    </a:effectLst>
                    <a:scene3d>
                      <a:camera prst="orthographicFront"/>
                      <a:lightRig rig="threePt" dir="t"/>
                    </a:scene3d>
                    <a:sp3d prstMaterial="softEdge">
                      <a:bevelT w="57150" h="12700" prst="angle"/>
                    </a:sp3d>
                  </p:spPr>
                  <p:txBody>
                    <a:bodyPr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libri" panose="020F0502020204030204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46" name="淘宝店chenying0907出品 253"/>
                  <p:cNvSpPr/>
                  <p:nvPr/>
                </p:nvSpPr>
                <p:spPr>
                  <a:xfrm>
                    <a:off x="6785358" y="2486526"/>
                    <a:ext cx="463424" cy="35582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2000" b="1" i="0" u="none" strike="noStrike" kern="0" cap="none" spc="75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04</a:t>
                    </a:r>
                    <a:endParaRPr kumimoji="0" lang="zh-CN" altLang="en-US" sz="2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</p:grpSp>
          <p:sp>
            <p:nvSpPr>
              <p:cNvPr id="49" name="TextBox 103"/>
              <p:cNvSpPr txBox="1"/>
              <p:nvPr/>
            </p:nvSpPr>
            <p:spPr>
              <a:xfrm>
                <a:off x="7010397" y="4643885"/>
                <a:ext cx="1569660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2400" b="1" spc="300" noProof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社会实践</a:t>
                </a:r>
                <a:endParaRPr kumimoji="0" lang="zh-CN" altLang="en-US" sz="2400" b="1" i="0" u="none" strike="noStrike" kern="1200" cap="none" spc="300" normalizeH="0" baseline="0" noProof="1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56" name="灯片编号占位符 7"/>
          <p:cNvSpPr txBox="1"/>
          <p:nvPr/>
        </p:nvSpPr>
        <p:spPr>
          <a:xfrm>
            <a:off x="11144249" y="375856"/>
            <a:ext cx="28418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灯片编号占位符 7"/>
          <p:cNvSpPr txBox="1"/>
          <p:nvPr/>
        </p:nvSpPr>
        <p:spPr>
          <a:xfrm>
            <a:off x="11144249" y="375856"/>
            <a:ext cx="28418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10"/>
          <p:cNvSpPr txBox="1"/>
          <p:nvPr/>
        </p:nvSpPr>
        <p:spPr>
          <a:xfrm>
            <a:off x="565149" y="155579"/>
            <a:ext cx="2476501" cy="66178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基本信息</a:t>
            </a:r>
            <a:endParaRPr lang="zh-CN" altLang="en-US" sz="28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4240459" y="2064676"/>
            <a:ext cx="7603410" cy="327910"/>
            <a:chOff x="4216434" y="1664812"/>
            <a:chExt cx="7603410" cy="799871"/>
          </a:xfrm>
        </p:grpSpPr>
        <p:cxnSp>
          <p:nvCxnSpPr>
            <p:cNvPr id="61" name="直接连接符 60"/>
            <p:cNvCxnSpPr/>
            <p:nvPr/>
          </p:nvCxnSpPr>
          <p:spPr>
            <a:xfrm>
              <a:off x="4312689" y="2445835"/>
              <a:ext cx="620212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14"/>
            <p:cNvSpPr txBox="1"/>
            <p:nvPr/>
          </p:nvSpPr>
          <p:spPr>
            <a:xfrm>
              <a:off x="4216434" y="1664812"/>
              <a:ext cx="7603410" cy="799871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>
                <a:lnSpc>
                  <a:spcPts val="2025"/>
                </a:lnSpc>
              </a:pPr>
              <a:r>
                <a:rPr lang="zh-CN" altLang="en-US" sz="2000" b="1" dirty="0">
                  <a:solidFill>
                    <a:srgbClr val="335485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本科学校：</a:t>
              </a:r>
              <a:r>
                <a:rPr lang="zh-CN" alt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天津理工大学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               </a:t>
              </a:r>
              <a:r>
                <a:rPr lang="zh-CN" altLang="en-US" sz="2000" b="1" dirty="0">
                  <a:solidFill>
                    <a:srgbClr val="335485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本科专业：</a:t>
              </a:r>
              <a:r>
                <a:rPr lang="zh-CN" alt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电气工程及其自动化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240459" y="3028752"/>
            <a:ext cx="6682740" cy="847090"/>
            <a:chOff x="4179922" y="1602647"/>
            <a:chExt cx="6682740" cy="2142752"/>
          </a:xfrm>
        </p:grpSpPr>
        <p:cxnSp>
          <p:nvCxnSpPr>
            <p:cNvPr id="37" name="直接连接符 36"/>
            <p:cNvCxnSpPr/>
            <p:nvPr/>
          </p:nvCxnSpPr>
          <p:spPr>
            <a:xfrm>
              <a:off x="4312689" y="2445835"/>
              <a:ext cx="620212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14"/>
            <p:cNvSpPr txBox="1"/>
            <p:nvPr/>
          </p:nvSpPr>
          <p:spPr>
            <a:xfrm>
              <a:off x="4179922" y="1602647"/>
              <a:ext cx="6682740" cy="2142752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>
                <a:lnSpc>
                  <a:spcPts val="2025"/>
                </a:lnSpc>
              </a:pPr>
              <a:r>
                <a:rPr lang="zh-CN" altLang="en-US" sz="2000" b="1" dirty="0">
                  <a:solidFill>
                    <a:srgbClr val="335485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综合成绩排名：</a:t>
              </a:r>
              <a:r>
                <a:rPr lang="en-US" altLang="zh-CN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                               </a:t>
              </a:r>
              <a:r>
                <a:rPr lang="zh-CN" altLang="en-US" sz="2000" b="1" dirty="0">
                  <a:solidFill>
                    <a:srgbClr val="335485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专业成绩排名：</a:t>
              </a:r>
              <a:r>
                <a:rPr lang="en-US" altLang="zh-CN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                 </a:t>
              </a:r>
              <a:endPara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  <a:p>
              <a:pPr>
                <a:lnSpc>
                  <a:spcPts val="2025"/>
                </a:lnSpc>
              </a:pP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                 </a:t>
              </a:r>
              <a:endPara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endParaRPr>
            </a:p>
            <a:p>
              <a:pPr>
                <a:lnSpc>
                  <a:spcPts val="2025"/>
                </a:lnSpc>
              </a:pPr>
              <a:r>
                <a:rPr lang="zh-CN" altLang="en-US" sz="2000" b="1" dirty="0">
                  <a:solidFill>
                    <a:srgbClr val="335485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学分绩点：</a:t>
              </a:r>
              <a:r>
                <a:rPr lang="en-US" altLang="zh-CN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4.2                          </a:t>
              </a:r>
              <a:r>
                <a:rPr lang="zh-CN" altLang="en-US" sz="2000" b="1" dirty="0">
                  <a:solidFill>
                    <a:srgbClr val="335485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加权平均成绩：</a:t>
              </a:r>
              <a:r>
                <a:rPr lang="en-US" altLang="zh-CN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93.6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240459" y="2546057"/>
            <a:ext cx="6348545" cy="327660"/>
            <a:chOff x="4239478" y="2120485"/>
            <a:chExt cx="6348545" cy="327660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4312689" y="2445835"/>
              <a:ext cx="620212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4"/>
            <p:cNvSpPr txBox="1"/>
            <p:nvPr/>
          </p:nvSpPr>
          <p:spPr>
            <a:xfrm>
              <a:off x="4239478" y="2120485"/>
              <a:ext cx="6348545" cy="327660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>
                <a:lnSpc>
                  <a:spcPts val="2025"/>
                </a:lnSpc>
              </a:pPr>
              <a:r>
                <a:rPr lang="zh-CN" altLang="en-US" sz="2000" b="1" dirty="0">
                  <a:solidFill>
                    <a:srgbClr val="335485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英语四级：</a:t>
              </a:r>
              <a:r>
                <a:rPr lang="en-US" altLang="zh-CN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491</a:t>
              </a: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   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         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                    </a:t>
              </a:r>
              <a:r>
                <a:rPr lang="zh-CN" altLang="en-US" sz="2000" b="1" dirty="0">
                  <a:solidFill>
                    <a:srgbClr val="335485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英语六级：</a:t>
              </a:r>
              <a:r>
                <a:rPr lang="en-US" altLang="zh-CN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478</a:t>
              </a:r>
              <a:endPara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4240459" y="4338825"/>
            <a:ext cx="1301029" cy="398780"/>
          </a:xfrm>
          <a:prstGeom prst="rect">
            <a:avLst/>
          </a:prstGeom>
          <a:solidFill>
            <a:schemeClr val="tx2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2000" b="1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荣誉奖项</a:t>
            </a:r>
            <a:endParaRPr lang="zh-CN" altLang="en-US" sz="2000" b="1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71579" y="4890709"/>
            <a:ext cx="7672290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b="1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★ </a:t>
            </a:r>
            <a:r>
              <a:rPr lang="zh-CN" altLang="en-US" kern="100" dirty="0">
                <a:latin typeface="宋体" panose="02010600030101010101" pitchFamily="2" charset="-122"/>
                <a:ea typeface="宋体" panose="02010600030101010101" pitchFamily="2" charset="-122"/>
              </a:rPr>
              <a:t>天津理工大学人民奖学金一等奖两次、新生奖学金二等奖</a:t>
            </a:r>
            <a:endParaRPr lang="en-US" altLang="zh-CN" kern="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b="1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★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天津理工大学校级“三好学生”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b="1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★ </a:t>
            </a:r>
            <a:r>
              <a:rPr lang="zh-CN" altLang="en-US" kern="100" dirty="0">
                <a:latin typeface="宋体" panose="02010600030101010101" pitchFamily="2" charset="-122"/>
                <a:ea typeface="宋体" panose="02010600030101010101" pitchFamily="2" charset="-122"/>
              </a:rPr>
              <a:t>河南省邓州市“优秀志愿者”荣誉称号</a:t>
            </a:r>
            <a:endParaRPr lang="en-US" altLang="zh-CN" kern="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9" name="TextBox 14"/>
          <p:cNvSpPr txBox="1"/>
          <p:nvPr/>
        </p:nvSpPr>
        <p:spPr>
          <a:xfrm>
            <a:off x="4240459" y="4390858"/>
            <a:ext cx="6723065" cy="32766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>
              <a:lnSpc>
                <a:spcPts val="2025"/>
              </a:lnSpc>
            </a:pPr>
            <a:endParaRPr lang="zh-CN" altLang="en-US" b="1" dirty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4313670" y="5308200"/>
            <a:ext cx="647818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4313670" y="5714871"/>
            <a:ext cx="652690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4240459" y="6161640"/>
            <a:ext cx="679330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0"/>
          <p:cNvSpPr txBox="1"/>
          <p:nvPr/>
        </p:nvSpPr>
        <p:spPr>
          <a:xfrm>
            <a:off x="908532" y="185436"/>
            <a:ext cx="9860915" cy="66178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微软雅黑" panose="020B0503020204020204" pitchFamily="34" charset="-122"/>
                <a:sym typeface="+mn-ea"/>
              </a:rPr>
              <a:t>学科竞赛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6" name="灯片编号占位符 7"/>
          <p:cNvSpPr txBox="1"/>
          <p:nvPr/>
        </p:nvSpPr>
        <p:spPr>
          <a:xfrm>
            <a:off x="11144250" y="375920"/>
            <a:ext cx="284480" cy="2736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1059027" y="1386458"/>
            <a:ext cx="1301029" cy="398780"/>
          </a:xfrm>
          <a:prstGeom prst="rect">
            <a:avLst/>
          </a:prstGeom>
          <a:solidFill>
            <a:schemeClr val="tx2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2000" b="1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竞赛情况</a:t>
            </a:r>
            <a:endParaRPr lang="zh-CN" altLang="en-US" sz="2000" b="1" dirty="0">
              <a:solidFill>
                <a:schemeClr val="bg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08532" y="2063205"/>
            <a:ext cx="9501138" cy="838848"/>
            <a:chOff x="1214602" y="1774915"/>
            <a:chExt cx="9670092" cy="838848"/>
          </a:xfrm>
        </p:grpSpPr>
        <p:grpSp>
          <p:nvGrpSpPr>
            <p:cNvPr id="14" name="组合 13"/>
            <p:cNvGrpSpPr/>
            <p:nvPr/>
          </p:nvGrpSpPr>
          <p:grpSpPr>
            <a:xfrm>
              <a:off x="1214602" y="1774915"/>
              <a:ext cx="9670092" cy="334835"/>
              <a:chOff x="1214602" y="1774915"/>
              <a:chExt cx="9670092" cy="334835"/>
            </a:xfrm>
          </p:grpSpPr>
          <p:cxnSp>
            <p:nvCxnSpPr>
              <p:cNvPr id="15" name="直接连接符 14"/>
              <p:cNvCxnSpPr/>
              <p:nvPr/>
            </p:nvCxnSpPr>
            <p:spPr>
              <a:xfrm>
                <a:off x="1307306" y="2109750"/>
                <a:ext cx="957738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14"/>
              <p:cNvSpPr txBox="1"/>
              <p:nvPr/>
            </p:nvSpPr>
            <p:spPr>
              <a:xfrm>
                <a:off x="1214602" y="1774915"/>
                <a:ext cx="9670091" cy="32766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>
                  <a:lnSpc>
                    <a:spcPts val="2025"/>
                  </a:lnSpc>
                </a:pPr>
                <a:r>
                  <a:rPr lang="zh-CN" altLang="en-US" sz="20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★</a:t>
                </a:r>
                <a:endParaRPr lang="zh-CN" altLang="en-US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2" name="组合 81"/>
            <p:cNvGrpSpPr/>
            <p:nvPr/>
          </p:nvGrpSpPr>
          <p:grpSpPr>
            <a:xfrm>
              <a:off x="1214602" y="2278928"/>
              <a:ext cx="9670092" cy="334835"/>
              <a:chOff x="1214602" y="1774915"/>
              <a:chExt cx="9670092" cy="334835"/>
            </a:xfrm>
          </p:grpSpPr>
          <p:cxnSp>
            <p:nvCxnSpPr>
              <p:cNvPr id="83" name="直接连接符 82"/>
              <p:cNvCxnSpPr/>
              <p:nvPr/>
            </p:nvCxnSpPr>
            <p:spPr>
              <a:xfrm>
                <a:off x="1307306" y="2109750"/>
                <a:ext cx="957738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TextBox 14"/>
              <p:cNvSpPr txBox="1"/>
              <p:nvPr/>
            </p:nvSpPr>
            <p:spPr>
              <a:xfrm>
                <a:off x="1214602" y="1774915"/>
                <a:ext cx="9670091" cy="32766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>
                  <a:lnSpc>
                    <a:spcPts val="2025"/>
                  </a:lnSpc>
                </a:pPr>
                <a:r>
                  <a:rPr lang="zh-CN" altLang="en-US" sz="20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★</a:t>
                </a:r>
                <a:endParaRPr lang="zh-CN" altLang="en-US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89" name="组合 88"/>
          <p:cNvGrpSpPr/>
          <p:nvPr/>
        </p:nvGrpSpPr>
        <p:grpSpPr>
          <a:xfrm>
            <a:off x="908532" y="3071745"/>
            <a:ext cx="9511893" cy="838848"/>
            <a:chOff x="1214602" y="1774915"/>
            <a:chExt cx="9670092" cy="838848"/>
          </a:xfrm>
        </p:grpSpPr>
        <p:grpSp>
          <p:nvGrpSpPr>
            <p:cNvPr id="90" name="组合 89"/>
            <p:cNvGrpSpPr/>
            <p:nvPr/>
          </p:nvGrpSpPr>
          <p:grpSpPr>
            <a:xfrm>
              <a:off x="1214602" y="1774915"/>
              <a:ext cx="9670092" cy="334835"/>
              <a:chOff x="1214602" y="1774915"/>
              <a:chExt cx="9670092" cy="334835"/>
            </a:xfrm>
          </p:grpSpPr>
          <p:cxnSp>
            <p:nvCxnSpPr>
              <p:cNvPr id="98" name="直接连接符 97"/>
              <p:cNvCxnSpPr/>
              <p:nvPr/>
            </p:nvCxnSpPr>
            <p:spPr>
              <a:xfrm>
                <a:off x="1307306" y="2109750"/>
                <a:ext cx="957738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TextBox 14"/>
              <p:cNvSpPr txBox="1"/>
              <p:nvPr/>
            </p:nvSpPr>
            <p:spPr>
              <a:xfrm>
                <a:off x="1214602" y="1774915"/>
                <a:ext cx="9670091" cy="32766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>
                  <a:lnSpc>
                    <a:spcPts val="2025"/>
                  </a:lnSpc>
                </a:pPr>
                <a:r>
                  <a:rPr lang="zh-CN" altLang="en-US" sz="20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★</a:t>
                </a:r>
                <a:endParaRPr lang="zh-CN" altLang="en-US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1" name="组合 90"/>
            <p:cNvGrpSpPr/>
            <p:nvPr/>
          </p:nvGrpSpPr>
          <p:grpSpPr>
            <a:xfrm>
              <a:off x="1214602" y="2278928"/>
              <a:ext cx="9670092" cy="334835"/>
              <a:chOff x="1214602" y="1774915"/>
              <a:chExt cx="9670092" cy="334835"/>
            </a:xfrm>
          </p:grpSpPr>
          <p:cxnSp>
            <p:nvCxnSpPr>
              <p:cNvPr id="92" name="直接连接符 91"/>
              <p:cNvCxnSpPr/>
              <p:nvPr/>
            </p:nvCxnSpPr>
            <p:spPr>
              <a:xfrm>
                <a:off x="1307306" y="2109750"/>
                <a:ext cx="9577388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TextBox 14"/>
              <p:cNvSpPr txBox="1"/>
              <p:nvPr/>
            </p:nvSpPr>
            <p:spPr>
              <a:xfrm>
                <a:off x="1214602" y="1774915"/>
                <a:ext cx="9670091" cy="32766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>
                  <a:lnSpc>
                    <a:spcPts val="2025"/>
                  </a:lnSpc>
                </a:pPr>
                <a:r>
                  <a:rPr lang="zh-CN" altLang="en-US" sz="20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微软雅黑" panose="020B0503020204020204" pitchFamily="34" charset="-122"/>
                  </a:rPr>
                  <a:t>★</a:t>
                </a:r>
                <a:endParaRPr lang="zh-CN" altLang="en-US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" panose="020F0502020204030204" pitchFamily="34" charset="0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05" name="组合 104"/>
          <p:cNvGrpSpPr/>
          <p:nvPr/>
        </p:nvGrpSpPr>
        <p:grpSpPr>
          <a:xfrm>
            <a:off x="908532" y="4080064"/>
            <a:ext cx="9511892" cy="334835"/>
            <a:chOff x="1214602" y="1774915"/>
            <a:chExt cx="9670092" cy="334835"/>
          </a:xfrm>
        </p:grpSpPr>
        <p:cxnSp>
          <p:nvCxnSpPr>
            <p:cNvPr id="109" name="直接连接符 108"/>
            <p:cNvCxnSpPr/>
            <p:nvPr/>
          </p:nvCxnSpPr>
          <p:spPr>
            <a:xfrm>
              <a:off x="1307306" y="2109750"/>
              <a:ext cx="9577388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4"/>
            <p:cNvSpPr txBox="1"/>
            <p:nvPr/>
          </p:nvSpPr>
          <p:spPr>
            <a:xfrm>
              <a:off x="1214602" y="1774915"/>
              <a:ext cx="9670091" cy="327660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>
                <a:lnSpc>
                  <a:spcPts val="2025"/>
                </a:lnSpc>
              </a:pPr>
              <a:r>
                <a:rPr lang="zh-CN" altLang="en-US" sz="2000" b="1" dirty="0">
                  <a:solidFill>
                    <a:srgbClr val="C00000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★ </a:t>
              </a:r>
              <a:r>
                <a:rPr lang="en-US" altLang="zh-CN" sz="2000" b="1" dirty="0">
                  <a:solidFill>
                    <a:srgbClr val="C00000"/>
                  </a:solidFill>
                  <a:latin typeface="Calibri" panose="020F0502020204030204" pitchFamily="34" charset="0"/>
                  <a:ea typeface="微软雅黑" panose="020B0503020204020204" pitchFamily="34" charset="-122"/>
                </a:rPr>
                <a:t> </a:t>
              </a:r>
              <a:r>
                <a:rPr lang="zh-CN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全国高等院校数学能力挑战赛初赛二等奖</a:t>
              </a:r>
              <a:endParaRPr lang="zh-CN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2" name="直接连接符 1"/>
          <p:cNvCxnSpPr/>
          <p:nvPr/>
        </p:nvCxnSpPr>
        <p:spPr>
          <a:xfrm>
            <a:off x="10409670" y="8737200"/>
            <a:ext cx="647818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209453" y="2028195"/>
            <a:ext cx="845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RoboCup</a:t>
            </a:r>
            <a:r>
              <a:rPr lang="zh-CN" altLang="en-US" dirty="0"/>
              <a:t>机器人世界杯</a:t>
            </a:r>
            <a:r>
              <a:rPr lang="en-US" altLang="zh-CN" dirty="0" err="1"/>
              <a:t>CoSpace</a:t>
            </a:r>
            <a:r>
              <a:rPr lang="zh-CN" altLang="en-US" dirty="0"/>
              <a:t>赛项冠军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059027" y="2555028"/>
            <a:ext cx="8458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ym typeface="+mn-ea"/>
              </a:rPr>
              <a:t>“互联网＋”大学生创新创业大赛天津市银奖</a:t>
            </a:r>
            <a:endParaRPr lang="zh-CN" altLang="en-US" dirty="0">
              <a:sym typeface="+mn-ea"/>
            </a:endParaRPr>
          </a:p>
          <a:p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059027" y="2950747"/>
            <a:ext cx="8458200" cy="468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ym typeface="+mn-ea"/>
              </a:rPr>
              <a:t>“外教社</a:t>
            </a:r>
            <a:r>
              <a:rPr lang="en-US" altLang="zh-CN" dirty="0">
                <a:sym typeface="+mn-ea"/>
              </a:rPr>
              <a:t>·</a:t>
            </a:r>
            <a:r>
              <a:rPr lang="zh-CN" altLang="en-US" dirty="0">
                <a:sym typeface="+mn-ea"/>
              </a:rPr>
              <a:t>词达人杯”天津市本科组三等奖</a:t>
            </a:r>
            <a:endParaRPr lang="zh-CN" altLang="en-US" dirty="0"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09453" y="3453365"/>
            <a:ext cx="8458200" cy="468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ym typeface="+mn-ea"/>
              </a:rPr>
              <a:t>全国大学生物理实验竞赛（创新）选拔赛二等奖</a:t>
            </a:r>
            <a:endParaRPr lang="zh-CN" altLang="en-US" dirty="0"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632293" y="4587742"/>
            <a:ext cx="2169964" cy="13543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278614" y="4587742"/>
            <a:ext cx="2169964" cy="13543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924935" y="4587742"/>
            <a:ext cx="2169964" cy="13543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341" y="1650412"/>
            <a:ext cx="2954405" cy="208917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341" y="3940242"/>
            <a:ext cx="2944460" cy="20821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灯片编号占位符 7"/>
          <p:cNvSpPr txBox="1"/>
          <p:nvPr/>
        </p:nvSpPr>
        <p:spPr>
          <a:xfrm>
            <a:off x="11144249" y="375856"/>
            <a:ext cx="28418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altLang="zh-CN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1"/>
          <p:cNvSpPr txBox="1"/>
          <p:nvPr/>
        </p:nvSpPr>
        <p:spPr>
          <a:xfrm>
            <a:off x="924560" y="280670"/>
            <a:ext cx="7587615" cy="49911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lvl="0"/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微软雅黑" panose="020B0503020204020204" pitchFamily="34" charset="-122"/>
              </a:rPr>
              <a:t>竞赛经历</a:t>
            </a:r>
            <a:endParaRPr lang="zh-CN" altLang="en-US" sz="24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ïṡ1iḑè"/>
          <p:cNvSpPr txBox="1"/>
          <p:nvPr/>
        </p:nvSpPr>
        <p:spPr>
          <a:xfrm>
            <a:off x="366989" y="1744942"/>
            <a:ext cx="5053153" cy="499111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Autofit/>
          </a:bodyPr>
          <a:lstStyle/>
          <a:p>
            <a:pPr defTabSz="457200">
              <a:lnSpc>
                <a:spcPct val="160000"/>
              </a:lnSpc>
              <a:tabLst>
                <a:tab pos="810260" algn="l"/>
              </a:tabLst>
            </a:pPr>
            <a:r>
              <a:rPr lang="en-US" altLang="zh-CN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RoboCup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机器人世界杯</a:t>
            </a:r>
            <a:r>
              <a:rPr lang="en-US" altLang="zh-CN" sz="2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CoSpace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赛项冠军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457200">
              <a:lnSpc>
                <a:spcPct val="160000"/>
              </a:lnSpc>
              <a:tabLst>
                <a:tab pos="810260" algn="l"/>
              </a:tabLst>
            </a:pP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457200">
              <a:lnSpc>
                <a:spcPct val="160000"/>
              </a:lnSpc>
              <a:tabLst>
                <a:tab pos="810260" algn="l"/>
              </a:tabLst>
            </a:pPr>
            <a:endParaRPr lang="en-US" altLang="zh-CN" sz="20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Wingdings 2" panose="05020102010507070707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6096000" y="7413585"/>
            <a:ext cx="12192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277258" y="2453184"/>
            <a:ext cx="5242269" cy="3723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赛题内容：</a:t>
            </a:r>
            <a:r>
              <a:rPr lang="zh-CN" altLang="zh-CN" dirty="0"/>
              <a:t>考虑障碍物、陷阱及沼泽地的干扰，在同一虚拟场景中进行搜救挑战，要求虚拟机器人在指定情景中自主巡航、避障、区域识别以实现宝藏的搜寻与收集，同时考虑路线选择和时间分配问题，最终实现得分最大化。</a:t>
            </a:r>
            <a:endParaRPr lang="zh-CN" altLang="zh-CN" dirty="0"/>
          </a:p>
          <a:p>
            <a:r>
              <a:rPr lang="zh-CN" altLang="zh-CN" b="1" dirty="0"/>
              <a:t>本人工作：</a:t>
            </a:r>
            <a:endParaRPr lang="zh-CN" altLang="zh-CN" b="1" dirty="0"/>
          </a:p>
          <a:p>
            <a:r>
              <a:rPr lang="en-US" altLang="zh-CN" b="1" dirty="0"/>
              <a:t>1</a:t>
            </a:r>
            <a:r>
              <a:rPr lang="zh-CN" altLang="en-US" b="1" dirty="0"/>
              <a:t>）</a:t>
            </a:r>
            <a:r>
              <a:rPr lang="zh-CN" altLang="zh-CN" b="1" dirty="0"/>
              <a:t>算法优化：</a:t>
            </a:r>
            <a:r>
              <a:rPr lang="zh-CN" altLang="zh-CN" dirty="0"/>
              <a:t>在系统内置AI编程的基础上利用A*算法进行最短路径规划，理论计算并实现各路线方案时间的最优分配。</a:t>
            </a:r>
            <a:endParaRPr lang="en-US" altLang="zh-CN" dirty="0"/>
          </a:p>
          <a:p>
            <a:r>
              <a:rPr lang="en-US" altLang="zh-CN" b="1" dirty="0"/>
              <a:t>2</a:t>
            </a:r>
            <a:r>
              <a:rPr lang="zh-CN" altLang="en-US" b="1" dirty="0"/>
              <a:t>）</a:t>
            </a:r>
            <a:r>
              <a:rPr lang="zh-CN" altLang="zh-CN" b="1" dirty="0"/>
              <a:t>参数调试：</a:t>
            </a:r>
            <a:r>
              <a:rPr lang="zh-CN" altLang="zh-CN" dirty="0"/>
              <a:t>优化距离和图像传感器，不断调试小车转速和角度参数，以实现对沿途障碍物、陷阱及沼泽地的躲避。</a:t>
            </a:r>
            <a:endParaRPr lang="zh-CN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/>
          </a:p>
        </p:txBody>
      </p:sp>
      <p:cxnSp>
        <p:nvCxnSpPr>
          <p:cNvPr id="43" name="直接连接符 42"/>
          <p:cNvCxnSpPr/>
          <p:nvPr/>
        </p:nvCxnSpPr>
        <p:spPr>
          <a:xfrm>
            <a:off x="5453270" y="976101"/>
            <a:ext cx="0" cy="5127828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2655" y="1994498"/>
            <a:ext cx="5318953" cy="31605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灯片编号占位符 7"/>
          <p:cNvSpPr txBox="1"/>
          <p:nvPr/>
        </p:nvSpPr>
        <p:spPr>
          <a:xfrm>
            <a:off x="11144249" y="375856"/>
            <a:ext cx="28418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1"/>
          <p:cNvSpPr txBox="1"/>
          <p:nvPr/>
        </p:nvSpPr>
        <p:spPr>
          <a:xfrm>
            <a:off x="924560" y="280670"/>
            <a:ext cx="7587615" cy="49911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科研项目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6096000" y="7413585"/>
            <a:ext cx="12192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-25400" y="782414"/>
            <a:ext cx="11869949" cy="3276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小型光伏逆变电源设计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设计目标：</a:t>
            </a:r>
            <a:r>
              <a:rPr lang="zh-CN" altLang="en-US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设计一款基于光伏系统的户外用离网单相交流电源，运用</a:t>
            </a:r>
            <a:r>
              <a:rPr lang="en-US" altLang="zh-CN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Simulink</a:t>
            </a:r>
            <a:r>
              <a:rPr lang="zh-CN" altLang="en-US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搭建仿真模型。</a:t>
            </a:r>
            <a:endParaRPr lang="en-US" altLang="zh-CN" b="1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本人工作：</a:t>
            </a: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）电路搭建：</a:t>
            </a:r>
            <a:r>
              <a:rPr lang="zh-CN" altLang="en-US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根据光伏电池数学模型确定</a:t>
            </a:r>
            <a:r>
              <a:rPr lang="en-US" altLang="zh-CN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</a:t>
            </a:r>
            <a:r>
              <a:rPr lang="zh-CN" altLang="en-US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升压模块的输入电压，通过改变光照条件近似模拟光伏电池输出特性 变化，并运用恒定电压法实现</a:t>
            </a:r>
            <a:r>
              <a:rPr lang="en-US" altLang="zh-CN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MPPT</a:t>
            </a:r>
            <a:r>
              <a:rPr lang="zh-CN" altLang="en-US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最大功率跟踪，逆变模块采用闭环</a:t>
            </a:r>
            <a:r>
              <a:rPr lang="en-US" altLang="zh-CN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</a:t>
            </a:r>
            <a:r>
              <a:rPr lang="zh-CN" altLang="en-US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调节及双极性</a:t>
            </a:r>
            <a:r>
              <a:rPr lang="en-US" altLang="zh-CN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SPWM</a:t>
            </a:r>
            <a:r>
              <a:rPr lang="zh-CN" altLang="en-US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调制方式。 </a:t>
            </a:r>
            <a:endParaRPr lang="zh-CN" altLang="en-US" b="1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）仿真调试：</a:t>
            </a:r>
            <a:r>
              <a:rPr lang="zh-CN" altLang="en-US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观察光伏电池的</a:t>
            </a:r>
            <a:r>
              <a:rPr lang="en-US" altLang="zh-CN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PV</a:t>
            </a:r>
            <a:r>
              <a:rPr lang="zh-CN" altLang="en-US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波形图得到经恒压</a:t>
            </a:r>
            <a:r>
              <a:rPr lang="en-US" altLang="zh-CN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MPPT</a:t>
            </a:r>
            <a:r>
              <a:rPr lang="zh-CN" altLang="en-US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算法后，光伏系统在最大功率下的稳定输出电压，提高光电转换效率；调节输出滤波电容的参数减小升压模块的输出纹波，最终实现设计要求。 </a:t>
            </a:r>
            <a:endParaRPr lang="zh-CN" altLang="en-US" b="1" kern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H="1">
            <a:off x="80512" y="3811302"/>
            <a:ext cx="12111488" cy="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509" y="3933264"/>
            <a:ext cx="5839747" cy="212589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6256" y="4156905"/>
            <a:ext cx="2835541" cy="190225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408" y="4156905"/>
            <a:ext cx="2809999" cy="19189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灯片编号占位符 7"/>
          <p:cNvSpPr txBox="1"/>
          <p:nvPr/>
        </p:nvSpPr>
        <p:spPr>
          <a:xfrm>
            <a:off x="11144249" y="375856"/>
            <a:ext cx="28418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1"/>
          <p:cNvSpPr txBox="1"/>
          <p:nvPr/>
        </p:nvSpPr>
        <p:spPr>
          <a:xfrm>
            <a:off x="924560" y="280670"/>
            <a:ext cx="7587615" cy="50013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Cambria" panose="02040503050406030204" pitchFamily="18" charset="0"/>
                <a:ea typeface="微软雅黑" panose="020B0503020204020204" pitchFamily="34" charset="-122"/>
                <a:cs typeface="+mn-cs"/>
              </a:rPr>
              <a:t>社会实践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4F81BD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6096000" y="7413585"/>
            <a:ext cx="121920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91385" y="1353987"/>
            <a:ext cx="11919099" cy="2469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积极参加志愿者活动：抗疫志愿者、教</a:t>
            </a:r>
            <a:r>
              <a:rPr lang="zh-CN" altLang="en-US" sz="20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资考试面试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志愿者、</a:t>
            </a:r>
            <a:r>
              <a:rPr lang="zh-CN" altLang="en-US" sz="2000" dirty="0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  <a:t>新生财务咨询处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志愿者、献血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担任学校“清朗学堂”朋辈讲师和学院自主管理中心负责人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荣获校级最美笔记评选赛学习笔记类二等奖、诗歌创作大赛三等奖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92070" y="47028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证书等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2279650" y="260350"/>
            <a:ext cx="2160588" cy="576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6" name="灯片编号占位符 7"/>
          <p:cNvSpPr txBox="1"/>
          <p:nvPr/>
        </p:nvSpPr>
        <p:spPr>
          <a:xfrm>
            <a:off x="10842625" y="91440"/>
            <a:ext cx="887095" cy="878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48970" y="2921168"/>
            <a:ext cx="70940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ea"/>
              </a:rPr>
              <a:t>请 老 师 批 评 指 正</a:t>
            </a:r>
            <a:endParaRPr lang="en-US" altLang="zh-CN" sz="60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60630124613"/>
  <p:tag name="MH_LIBRARY" val="GRAPHIC"/>
</p:tagLst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1F497D"/>
      </a:dk2>
      <a:lt2>
        <a:srgbClr val="FFFFFF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">
  <a:themeElements>
    <a:clrScheme name="自定义 1">
      <a:dk1>
        <a:sysClr val="windowText" lastClr="000000"/>
      </a:dk1>
      <a:lt1>
        <a:sysClr val="window" lastClr="FFFFFF"/>
      </a:lt1>
      <a:dk2>
        <a:srgbClr val="1F497D"/>
      </a:dk2>
      <a:lt2>
        <a:srgbClr val="FFFFFF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">
  <a:themeElements>
    <a:clrScheme name="自定义 1">
      <a:dk1>
        <a:sysClr val="windowText" lastClr="000000"/>
      </a:dk1>
      <a:lt1>
        <a:sysClr val="window" lastClr="FFFFFF"/>
      </a:lt1>
      <a:dk2>
        <a:srgbClr val="1F497D"/>
      </a:dk2>
      <a:lt2>
        <a:srgbClr val="FFFFFF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1094</Words>
  <Application>WPS 演示</Application>
  <PresentationFormat>宽屏</PresentationFormat>
  <Paragraphs>116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8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黑体</vt:lpstr>
      <vt:lpstr>微软雅黑</vt:lpstr>
      <vt:lpstr>Cambria</vt:lpstr>
      <vt:lpstr>Calibri</vt:lpstr>
      <vt:lpstr>Times New Roman</vt:lpstr>
      <vt:lpstr>等线</vt:lpstr>
      <vt:lpstr>仿宋</vt:lpstr>
      <vt:lpstr>Wingdings 2</vt:lpstr>
      <vt:lpstr>Arial Unicode MS</vt:lpstr>
      <vt:lpstr>Office 主题</vt:lpstr>
      <vt:lpstr>Office 主题​​</vt:lpstr>
      <vt:lpstr>1_Office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汤 智凯</dc:creator>
  <cp:lastModifiedBy>Chris</cp:lastModifiedBy>
  <cp:revision>414</cp:revision>
  <dcterms:created xsi:type="dcterms:W3CDTF">2020-11-08T06:50:00Z</dcterms:created>
  <dcterms:modified xsi:type="dcterms:W3CDTF">2026-05-17T08:51:45Z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0FCC75A28A78470EA2CA26EF2141C590_13</vt:lpwstr>
  </property>
  <property fmtid="{D5CDD505-2E9C-101B-9397-08002B2CF9AE}" pid="3" name="KSOProductBuildVer">
    <vt:lpwstr>2052-12.1.0.26375</vt:lpwstr>
  </property>
</Properties>
</file>